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9"/>
  </p:notesMasterIdLst>
  <p:sldIdLst>
    <p:sldId id="256" r:id="rId2"/>
    <p:sldId id="351" r:id="rId3"/>
    <p:sldId id="352" r:id="rId4"/>
    <p:sldId id="353" r:id="rId5"/>
    <p:sldId id="356" r:id="rId6"/>
    <p:sldId id="357" r:id="rId7"/>
    <p:sldId id="354" r:id="rId8"/>
    <p:sldId id="367" r:id="rId9"/>
    <p:sldId id="358" r:id="rId10"/>
    <p:sldId id="342" r:id="rId11"/>
    <p:sldId id="359" r:id="rId12"/>
    <p:sldId id="343" r:id="rId13"/>
    <p:sldId id="360" r:id="rId14"/>
    <p:sldId id="344" r:id="rId15"/>
    <p:sldId id="361" r:id="rId16"/>
    <p:sldId id="345" r:id="rId17"/>
    <p:sldId id="362" r:id="rId18"/>
    <p:sldId id="346" r:id="rId19"/>
    <p:sldId id="363" r:id="rId20"/>
    <p:sldId id="347" r:id="rId21"/>
    <p:sldId id="364" r:id="rId22"/>
    <p:sldId id="348" r:id="rId23"/>
    <p:sldId id="365" r:id="rId24"/>
    <p:sldId id="349" r:id="rId25"/>
    <p:sldId id="366" r:id="rId26"/>
    <p:sldId id="350" r:id="rId27"/>
    <p:sldId id="262" r:id="rId28"/>
  </p:sldIdLst>
  <p:sldSz cx="9144000" cy="5143500" type="screen16x9"/>
  <p:notesSz cx="6858000" cy="9144000"/>
  <p:embeddedFontLst>
    <p:embeddedFont>
      <p:font typeface="Darker Grotesque" pitchFamily="2" charset="0"/>
      <p:regular r:id="rId30"/>
      <p:bold r:id="rId31"/>
    </p:embeddedFont>
    <p:embeddedFont>
      <p:font typeface="Darker Grotesque Medium" pitchFamily="2" charset="0"/>
      <p:regular r:id="rId32"/>
      <p:bold r:id="rId33"/>
    </p:embeddedFont>
    <p:embeddedFont>
      <p:font typeface="Libre Franklin" pitchFamily="2" charset="77"/>
      <p:regular r:id="rId34"/>
      <p:bold r:id="rId35"/>
      <p:italic r:id="rId36"/>
      <p:boldItalic r:id="rId37"/>
    </p:embeddedFont>
    <p:embeddedFont>
      <p:font typeface="Libre Franklin Black" panose="020F0502020204030204" pitchFamily="34" charset="0"/>
      <p:bold r:id="rId38"/>
      <p:italic r:id="rId39"/>
      <p:boldItalic r:id="rId40"/>
    </p:embeddedFont>
    <p:embeddedFont>
      <p:font typeface="Libre Franklin ExtraBold" panose="020F0502020204030204" pitchFamily="34" charset="0"/>
      <p:bold r:id="rId41"/>
      <p:italic r:id="rId42"/>
      <p:boldItalic r:id="rId43"/>
    </p:embeddedFont>
    <p:embeddedFont>
      <p:font typeface="Roboto Condensed Light" panose="020F0302020204030204" pitchFamily="34" charset="0"/>
      <p:regular r:id="rId44"/>
      <p: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A3E2C9-1D59-42BA-A522-8E24CE4C2DC5}">
  <a:tblStyle styleId="{7BA3E2C9-1D59-42BA-A522-8E24CE4C2D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94"/>
  </p:normalViewPr>
  <p:slideViewPr>
    <p:cSldViewPr snapToGrid="0">
      <p:cViewPr varScale="1">
        <p:scale>
          <a:sx n="150" d="100"/>
          <a:sy n="150" d="100"/>
        </p:scale>
        <p:origin x="184" y="3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8e86373ed3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8e86373ed3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8ca389419e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8ca389419e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359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8ca389419e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8ca389419e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31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g8ca389419e_0_6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8" name="Google Shape;2288;g8ca389419e_0_6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9576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c0737c1b1b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c0737c1b1b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1366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gc0737c1b1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0" name="Google Shape;2380;gc0737c1b1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92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8cb7a70c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8cb7a70c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637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c0737c1b1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c0737c1b1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6930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c0737c1b1b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2" name="Google Shape;3232;gc0737c1b1b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312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17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Google Shape;3714;gc0737c1b1b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5" name="Google Shape;3715;gc0737c1b1b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8986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7513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c0737c1b1b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c0737c1b1b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4849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244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8cb7a70c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8cb7a70c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306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071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c0737c1b1b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2" name="Google Shape;3232;gc0737c1b1b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874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1248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4" name="Google Shape;3714;gc0737c1b1b_0_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5" name="Google Shape;3715;gc0737c1b1b_0_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11708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72994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c0737c1b1b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c0737c1b1b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0708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796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g8cb7a70c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7" name="Google Shape;2547;g8cb7a70c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578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990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1" name="Google Shape;3231;gc0737c1b1b_0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2" name="Google Shape;3232;gc0737c1b1b_0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94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8ca389419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8ca389419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7518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8e78048db5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5" name="Google Shape;2375;g8e78048db5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5400000">
            <a:off x="3974802" y="4829402"/>
            <a:ext cx="120107" cy="120092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2700000">
            <a:off x="531604" y="124738"/>
            <a:ext cx="150468" cy="150468"/>
          </a:xfrm>
          <a:custGeom>
            <a:avLst/>
            <a:gdLst/>
            <a:ahLst/>
            <a:cxnLst/>
            <a:rect l="l" t="t" r="r" b="b"/>
            <a:pathLst>
              <a:path w="6395" h="6395" extrusionOk="0">
                <a:moveTo>
                  <a:pt x="2596" y="1"/>
                </a:moveTo>
                <a:lnTo>
                  <a:pt x="2596" y="2596"/>
                </a:lnTo>
                <a:lnTo>
                  <a:pt x="1" y="2596"/>
                </a:lnTo>
                <a:lnTo>
                  <a:pt x="1" y="3799"/>
                </a:lnTo>
                <a:lnTo>
                  <a:pt x="2596" y="3799"/>
                </a:lnTo>
                <a:lnTo>
                  <a:pt x="2596" y="6394"/>
                </a:lnTo>
                <a:lnTo>
                  <a:pt x="3799" y="6394"/>
                </a:lnTo>
                <a:lnTo>
                  <a:pt x="3799" y="3799"/>
                </a:lnTo>
                <a:lnTo>
                  <a:pt x="6394" y="3799"/>
                </a:lnTo>
                <a:lnTo>
                  <a:pt x="6394" y="2596"/>
                </a:lnTo>
                <a:lnTo>
                  <a:pt x="3799" y="2596"/>
                </a:lnTo>
                <a:lnTo>
                  <a:pt x="379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182155" y="4821002"/>
            <a:ext cx="136881" cy="136900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314295" y="4867643"/>
            <a:ext cx="585092" cy="79679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82" y="0"/>
                </a:moveTo>
                <a:lnTo>
                  <a:pt x="1" y="1893"/>
                </a:lnTo>
                <a:lnTo>
                  <a:pt x="334" y="2215"/>
                </a:lnTo>
                <a:lnTo>
                  <a:pt x="1882" y="655"/>
                </a:lnTo>
                <a:lnTo>
                  <a:pt x="3691" y="2489"/>
                </a:lnTo>
                <a:lnTo>
                  <a:pt x="5513" y="655"/>
                </a:lnTo>
                <a:lnTo>
                  <a:pt x="7323" y="2489"/>
                </a:lnTo>
                <a:lnTo>
                  <a:pt x="9145" y="655"/>
                </a:lnTo>
                <a:lnTo>
                  <a:pt x="10966" y="2489"/>
                </a:lnTo>
                <a:lnTo>
                  <a:pt x="12776" y="655"/>
                </a:lnTo>
                <a:lnTo>
                  <a:pt x="14598" y="2489"/>
                </a:lnTo>
                <a:lnTo>
                  <a:pt x="16407" y="655"/>
                </a:lnTo>
                <a:lnTo>
                  <a:pt x="17955" y="2215"/>
                </a:lnTo>
                <a:lnTo>
                  <a:pt x="18277" y="1893"/>
                </a:lnTo>
                <a:lnTo>
                  <a:pt x="16407" y="0"/>
                </a:lnTo>
                <a:lnTo>
                  <a:pt x="14598" y="1834"/>
                </a:lnTo>
                <a:lnTo>
                  <a:pt x="12776" y="0"/>
                </a:lnTo>
                <a:lnTo>
                  <a:pt x="10966" y="1846"/>
                </a:lnTo>
                <a:lnTo>
                  <a:pt x="9145" y="0"/>
                </a:lnTo>
                <a:lnTo>
                  <a:pt x="7323" y="1834"/>
                </a:lnTo>
                <a:lnTo>
                  <a:pt x="5513" y="0"/>
                </a:lnTo>
                <a:lnTo>
                  <a:pt x="3691" y="1846"/>
                </a:lnTo>
                <a:lnTo>
                  <a:pt x="18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2532444">
            <a:off x="2807401" y="4642844"/>
            <a:ext cx="544954" cy="529275"/>
            <a:chOff x="493977" y="4202564"/>
            <a:chExt cx="544967" cy="529288"/>
          </a:xfrm>
        </p:grpSpPr>
        <p:sp>
          <p:nvSpPr>
            <p:cNvPr id="14" name="Google Shape;14;p2"/>
            <p:cNvSpPr/>
            <p:nvPr/>
          </p:nvSpPr>
          <p:spPr>
            <a:xfrm rot="2549225" flipH="1">
              <a:off x="574668" y="4292653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2549225" flipH="1">
              <a:off x="661236" y="4371942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2549225" flipH="1">
              <a:off x="747549" y="4450984"/>
              <a:ext cx="38128" cy="32686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2549225" flipH="1">
              <a:off x="833830" y="453002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2549225" flipH="1">
              <a:off x="920115" y="460905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2549225" flipH="1">
              <a:off x="649189" y="421111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2549225" flipH="1">
              <a:off x="735758" y="429040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2549225" flipH="1">
              <a:off x="822071" y="4369445"/>
              <a:ext cx="38128" cy="3303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2549225" flipH="1">
              <a:off x="908352" y="4448486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2549225" flipH="1">
              <a:off x="994637" y="4527517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2549225" flipH="1">
              <a:off x="500103" y="437391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2549225" flipH="1">
              <a:off x="586671" y="445320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2549225" flipH="1">
              <a:off x="672984" y="4532249"/>
              <a:ext cx="38128" cy="3297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2549225" flipH="1">
              <a:off x="759265" y="4611290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2549225" flipH="1">
              <a:off x="845550" y="4690321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 flipH="1">
            <a:off x="153544" y="114578"/>
            <a:ext cx="279631" cy="259804"/>
            <a:chOff x="6672" y="3464315"/>
            <a:chExt cx="279631" cy="259804"/>
          </a:xfrm>
        </p:grpSpPr>
        <p:sp>
          <p:nvSpPr>
            <p:cNvPr id="30" name="Google Shape;30;p2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785798" y="4625472"/>
            <a:ext cx="156808" cy="329221"/>
            <a:chOff x="1567241" y="4124224"/>
            <a:chExt cx="213025" cy="447250"/>
          </a:xfrm>
        </p:grpSpPr>
        <p:sp>
          <p:nvSpPr>
            <p:cNvPr id="40" name="Google Shape;40;p2"/>
            <p:cNvSpPr/>
            <p:nvPr/>
          </p:nvSpPr>
          <p:spPr>
            <a:xfrm rot="2700000">
              <a:off x="1598508" y="4389576"/>
              <a:ext cx="150491" cy="150773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700000">
              <a:off x="1598508" y="4155351"/>
              <a:ext cx="150491" cy="150773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42;p2"/>
          <p:cNvSpPr/>
          <p:nvPr/>
        </p:nvSpPr>
        <p:spPr>
          <a:xfrm flipH="1">
            <a:off x="8870241" y="1977238"/>
            <a:ext cx="134279" cy="134531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2"/>
          <p:cNvGrpSpPr/>
          <p:nvPr/>
        </p:nvGrpSpPr>
        <p:grpSpPr>
          <a:xfrm flipH="1">
            <a:off x="8869411" y="2607575"/>
            <a:ext cx="135900" cy="390284"/>
            <a:chOff x="179009" y="2072968"/>
            <a:chExt cx="190870" cy="548151"/>
          </a:xfrm>
        </p:grpSpPr>
        <p:sp>
          <p:nvSpPr>
            <p:cNvPr id="44" name="Google Shape;44;p2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rot="5400000" flipH="1">
            <a:off x="143520" y="3786033"/>
            <a:ext cx="299680" cy="300226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2"/>
          <p:cNvGrpSpPr/>
          <p:nvPr/>
        </p:nvGrpSpPr>
        <p:grpSpPr>
          <a:xfrm flipH="1">
            <a:off x="154042" y="2195508"/>
            <a:ext cx="135900" cy="390284"/>
            <a:chOff x="179009" y="2072968"/>
            <a:chExt cx="190870" cy="548151"/>
          </a:xfrm>
        </p:grpSpPr>
        <p:sp>
          <p:nvSpPr>
            <p:cNvPr id="48" name="Google Shape;48;p2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 rot="-5400000">
            <a:off x="8626967" y="56406"/>
            <a:ext cx="137396" cy="393815"/>
            <a:chOff x="8846561" y="2782361"/>
            <a:chExt cx="154517" cy="442886"/>
          </a:xfrm>
        </p:grpSpPr>
        <p:sp>
          <p:nvSpPr>
            <p:cNvPr id="51" name="Google Shape;51;p2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>
            <a:off x="8822996" y="1251181"/>
            <a:ext cx="161109" cy="262684"/>
            <a:chOff x="8814523" y="4301099"/>
            <a:chExt cx="181204" cy="295450"/>
          </a:xfrm>
        </p:grpSpPr>
        <p:sp>
          <p:nvSpPr>
            <p:cNvPr id="54" name="Google Shape;54;p2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2"/>
          <p:cNvSpPr/>
          <p:nvPr/>
        </p:nvSpPr>
        <p:spPr>
          <a:xfrm rot="5400000">
            <a:off x="8564093" y="3768811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 rot="2464182">
            <a:off x="1630557" y="4832234"/>
            <a:ext cx="150487" cy="150487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4647914" y="4733984"/>
            <a:ext cx="150487" cy="150791"/>
          </a:xfrm>
          <a:custGeom>
            <a:avLst/>
            <a:gdLst/>
            <a:ahLst/>
            <a:cxnLst/>
            <a:rect l="l" t="t" r="r" b="b"/>
            <a:pathLst>
              <a:path w="5954" h="5966" extrusionOk="0">
                <a:moveTo>
                  <a:pt x="941" y="0"/>
                </a:moveTo>
                <a:lnTo>
                  <a:pt x="0" y="953"/>
                </a:lnTo>
                <a:lnTo>
                  <a:pt x="2036" y="2988"/>
                </a:lnTo>
                <a:lnTo>
                  <a:pt x="0" y="5013"/>
                </a:lnTo>
                <a:lnTo>
                  <a:pt x="941" y="5965"/>
                </a:lnTo>
                <a:lnTo>
                  <a:pt x="2977" y="3929"/>
                </a:lnTo>
                <a:lnTo>
                  <a:pt x="5013" y="5965"/>
                </a:lnTo>
                <a:lnTo>
                  <a:pt x="5953" y="5013"/>
                </a:lnTo>
                <a:lnTo>
                  <a:pt x="3929" y="2988"/>
                </a:lnTo>
                <a:lnTo>
                  <a:pt x="5953" y="953"/>
                </a:lnTo>
                <a:lnTo>
                  <a:pt x="5013" y="0"/>
                </a:lnTo>
                <a:lnTo>
                  <a:pt x="2977" y="2036"/>
                </a:lnTo>
                <a:lnTo>
                  <a:pt x="9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48404" y="124738"/>
            <a:ext cx="150474" cy="150474"/>
          </a:xfrm>
          <a:custGeom>
            <a:avLst/>
            <a:gdLst/>
            <a:ahLst/>
            <a:cxnLst/>
            <a:rect l="l" t="t" r="r" b="b"/>
            <a:pathLst>
              <a:path w="6395" h="6395" extrusionOk="0">
                <a:moveTo>
                  <a:pt x="2596" y="1"/>
                </a:moveTo>
                <a:lnTo>
                  <a:pt x="2596" y="2596"/>
                </a:lnTo>
                <a:lnTo>
                  <a:pt x="1" y="2596"/>
                </a:lnTo>
                <a:lnTo>
                  <a:pt x="1" y="3799"/>
                </a:lnTo>
                <a:lnTo>
                  <a:pt x="2596" y="3799"/>
                </a:lnTo>
                <a:lnTo>
                  <a:pt x="2596" y="6394"/>
                </a:lnTo>
                <a:lnTo>
                  <a:pt x="3799" y="6394"/>
                </a:lnTo>
                <a:lnTo>
                  <a:pt x="3799" y="3799"/>
                </a:lnTo>
                <a:lnTo>
                  <a:pt x="6394" y="3799"/>
                </a:lnTo>
                <a:lnTo>
                  <a:pt x="6394" y="2596"/>
                </a:lnTo>
                <a:lnTo>
                  <a:pt x="3799" y="2596"/>
                </a:lnTo>
                <a:lnTo>
                  <a:pt x="37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 rot="5400000">
            <a:off x="5155419" y="4630761"/>
            <a:ext cx="357249" cy="357249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5400129">
            <a:off x="8118521" y="4617124"/>
            <a:ext cx="345748" cy="345729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2"/>
          <p:cNvSpPr/>
          <p:nvPr/>
        </p:nvSpPr>
        <p:spPr>
          <a:xfrm rot="10800000">
            <a:off x="1289121" y="4829079"/>
            <a:ext cx="156805" cy="156805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 rot="151">
            <a:off x="5078186" y="186787"/>
            <a:ext cx="296372" cy="296366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014155" y="4774277"/>
            <a:ext cx="171524" cy="171524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409415" y="137073"/>
            <a:ext cx="150487" cy="150458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678341" y="124737"/>
            <a:ext cx="150472" cy="150472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98000" y="187264"/>
            <a:ext cx="600182" cy="81785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881446" y="203582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3887176" y="212389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2"/>
          <p:cNvGrpSpPr/>
          <p:nvPr/>
        </p:nvGrpSpPr>
        <p:grpSpPr>
          <a:xfrm rot="-5376033">
            <a:off x="7409190" y="4769803"/>
            <a:ext cx="161149" cy="262750"/>
            <a:chOff x="8814523" y="4301099"/>
            <a:chExt cx="181204" cy="295450"/>
          </a:xfrm>
        </p:grpSpPr>
        <p:sp>
          <p:nvSpPr>
            <p:cNvPr id="75" name="Google Shape;75;p2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 rot="2879975">
            <a:off x="21018" y="2996397"/>
            <a:ext cx="544938" cy="529260"/>
            <a:chOff x="493977" y="4202564"/>
            <a:chExt cx="544967" cy="529288"/>
          </a:xfrm>
        </p:grpSpPr>
        <p:sp>
          <p:nvSpPr>
            <p:cNvPr id="82" name="Google Shape;82;p2"/>
            <p:cNvSpPr/>
            <p:nvPr/>
          </p:nvSpPr>
          <p:spPr>
            <a:xfrm rot="2549225" flipH="1">
              <a:off x="574668" y="4292653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rot="2549225" flipH="1">
              <a:off x="661236" y="4371942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 rot="2549225" flipH="1">
              <a:off x="747549" y="4450984"/>
              <a:ext cx="38128" cy="32686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 rot="2549225" flipH="1">
              <a:off x="833830" y="453002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 rot="2549225" flipH="1">
              <a:off x="920115" y="460905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rot="2549225" flipH="1">
              <a:off x="649189" y="421111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 rot="2549225" flipH="1">
              <a:off x="735758" y="429040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rot="2549225" flipH="1">
              <a:off x="822071" y="4369445"/>
              <a:ext cx="38128" cy="3303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 rot="2549225" flipH="1">
              <a:off x="908352" y="4448486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 rot="2549225" flipH="1">
              <a:off x="994637" y="4527517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 rot="2549225" flipH="1">
              <a:off x="500103" y="437391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 rot="2549225" flipH="1">
              <a:off x="586671" y="445320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 rot="2549225" flipH="1">
              <a:off x="672984" y="4532249"/>
              <a:ext cx="38128" cy="3297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 rot="2549225" flipH="1">
              <a:off x="759265" y="4611290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 rot="2549225" flipH="1">
              <a:off x="845550" y="4690321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 rot="5400000" flipH="1">
            <a:off x="-70574" y="1245089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82" y="0"/>
                </a:moveTo>
                <a:lnTo>
                  <a:pt x="1" y="1893"/>
                </a:lnTo>
                <a:lnTo>
                  <a:pt x="334" y="2215"/>
                </a:lnTo>
                <a:lnTo>
                  <a:pt x="1882" y="655"/>
                </a:lnTo>
                <a:lnTo>
                  <a:pt x="3691" y="2489"/>
                </a:lnTo>
                <a:lnTo>
                  <a:pt x="5513" y="655"/>
                </a:lnTo>
                <a:lnTo>
                  <a:pt x="7323" y="2489"/>
                </a:lnTo>
                <a:lnTo>
                  <a:pt x="9145" y="655"/>
                </a:lnTo>
                <a:lnTo>
                  <a:pt x="10966" y="2489"/>
                </a:lnTo>
                <a:lnTo>
                  <a:pt x="12776" y="655"/>
                </a:lnTo>
                <a:lnTo>
                  <a:pt x="14598" y="2489"/>
                </a:lnTo>
                <a:lnTo>
                  <a:pt x="16407" y="655"/>
                </a:lnTo>
                <a:lnTo>
                  <a:pt x="17955" y="2215"/>
                </a:lnTo>
                <a:lnTo>
                  <a:pt x="18277" y="1893"/>
                </a:lnTo>
                <a:lnTo>
                  <a:pt x="16407" y="0"/>
                </a:lnTo>
                <a:lnTo>
                  <a:pt x="14598" y="1834"/>
                </a:lnTo>
                <a:lnTo>
                  <a:pt x="12776" y="0"/>
                </a:lnTo>
                <a:lnTo>
                  <a:pt x="10966" y="1846"/>
                </a:lnTo>
                <a:lnTo>
                  <a:pt x="9145" y="0"/>
                </a:lnTo>
                <a:lnTo>
                  <a:pt x="7323" y="1834"/>
                </a:lnTo>
                <a:lnTo>
                  <a:pt x="5513" y="0"/>
                </a:lnTo>
                <a:lnTo>
                  <a:pt x="3691" y="1846"/>
                </a:lnTo>
                <a:lnTo>
                  <a:pt x="188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 rot="5400000" flipH="1">
            <a:off x="160418" y="4379828"/>
            <a:ext cx="123120" cy="123152"/>
          </a:xfrm>
          <a:custGeom>
            <a:avLst/>
            <a:gdLst/>
            <a:ahLst/>
            <a:cxnLst/>
            <a:rect l="l" t="t" r="r" b="b"/>
            <a:pathLst>
              <a:path w="3846" h="3847" extrusionOk="0">
                <a:moveTo>
                  <a:pt x="1560" y="1"/>
                </a:moveTo>
                <a:lnTo>
                  <a:pt x="1560" y="1560"/>
                </a:lnTo>
                <a:lnTo>
                  <a:pt x="0" y="1560"/>
                </a:lnTo>
                <a:lnTo>
                  <a:pt x="0" y="2287"/>
                </a:lnTo>
                <a:lnTo>
                  <a:pt x="1560" y="2287"/>
                </a:lnTo>
                <a:lnTo>
                  <a:pt x="1560" y="3846"/>
                </a:lnTo>
                <a:lnTo>
                  <a:pt x="2286" y="3846"/>
                </a:lnTo>
                <a:lnTo>
                  <a:pt x="2286" y="2287"/>
                </a:lnTo>
                <a:lnTo>
                  <a:pt x="3846" y="2287"/>
                </a:lnTo>
                <a:lnTo>
                  <a:pt x="3846" y="1560"/>
                </a:lnTo>
                <a:lnTo>
                  <a:pt x="2286" y="1560"/>
                </a:lnTo>
                <a:lnTo>
                  <a:pt x="22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2"/>
          <p:cNvGrpSpPr/>
          <p:nvPr/>
        </p:nvGrpSpPr>
        <p:grpSpPr>
          <a:xfrm rot="-2609567">
            <a:off x="3048255" y="-10752"/>
            <a:ext cx="544996" cy="529317"/>
            <a:chOff x="493977" y="4202564"/>
            <a:chExt cx="544967" cy="529288"/>
          </a:xfrm>
        </p:grpSpPr>
        <p:sp>
          <p:nvSpPr>
            <p:cNvPr id="100" name="Google Shape;100;p2"/>
            <p:cNvSpPr/>
            <p:nvPr/>
          </p:nvSpPr>
          <p:spPr>
            <a:xfrm rot="2549225" flipH="1">
              <a:off x="574668" y="4292653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 rot="2549225" flipH="1">
              <a:off x="661236" y="4371942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rot="2549225" flipH="1">
              <a:off x="747549" y="4450984"/>
              <a:ext cx="38128" cy="32686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 rot="2549225" flipH="1">
              <a:off x="833830" y="453002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 rot="2549225" flipH="1">
              <a:off x="920115" y="460905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2549225" flipH="1">
              <a:off x="649189" y="421111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 rot="2549225" flipH="1">
              <a:off x="735758" y="429040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2549225" flipH="1">
              <a:off x="822071" y="4369445"/>
              <a:ext cx="38128" cy="3303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 rot="2549225" flipH="1">
              <a:off x="908352" y="4448486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 rot="2549225" flipH="1">
              <a:off x="994637" y="4527517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 rot="2549225" flipH="1">
              <a:off x="500103" y="437391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 rot="2549225" flipH="1">
              <a:off x="586671" y="445320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 rot="2549225" flipH="1">
              <a:off x="672984" y="4532249"/>
              <a:ext cx="38128" cy="3297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 rot="2549225" flipH="1">
              <a:off x="759265" y="4611290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 rot="2549225" flipH="1">
              <a:off x="845550" y="4690321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 rot="5405778">
            <a:off x="1765728" y="66763"/>
            <a:ext cx="178500" cy="322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2620213" y="249463"/>
            <a:ext cx="171000" cy="1710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5673825" y="114475"/>
            <a:ext cx="171000" cy="1710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"/>
          <p:cNvSpPr/>
          <p:nvPr/>
        </p:nvSpPr>
        <p:spPr>
          <a:xfrm rot="10800000">
            <a:off x="7988959" y="126538"/>
            <a:ext cx="171524" cy="171524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2"/>
          <p:cNvGrpSpPr/>
          <p:nvPr/>
        </p:nvGrpSpPr>
        <p:grpSpPr>
          <a:xfrm flipH="1">
            <a:off x="5800007" y="4759540"/>
            <a:ext cx="279631" cy="259804"/>
            <a:chOff x="6672" y="3464315"/>
            <a:chExt cx="279631" cy="259804"/>
          </a:xfrm>
        </p:grpSpPr>
        <p:sp>
          <p:nvSpPr>
            <p:cNvPr id="120" name="Google Shape;120;p2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2"/>
          <p:cNvSpPr/>
          <p:nvPr/>
        </p:nvSpPr>
        <p:spPr>
          <a:xfrm>
            <a:off x="295168" y="522655"/>
            <a:ext cx="336300" cy="318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"/>
          <p:cNvSpPr/>
          <p:nvPr/>
        </p:nvSpPr>
        <p:spPr>
          <a:xfrm rot="178">
            <a:off x="8595833" y="674092"/>
            <a:ext cx="375161" cy="375148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"/>
          <p:cNvSpPr txBox="1">
            <a:spLocks noGrp="1"/>
          </p:cNvSpPr>
          <p:nvPr>
            <p:ph type="ctrTitle"/>
          </p:nvPr>
        </p:nvSpPr>
        <p:spPr>
          <a:xfrm>
            <a:off x="1616400" y="2238450"/>
            <a:ext cx="5911200" cy="6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" name="Google Shape;132;p2"/>
          <p:cNvSpPr txBox="1">
            <a:spLocks noGrp="1"/>
          </p:cNvSpPr>
          <p:nvPr>
            <p:ph type="subTitle" idx="1"/>
          </p:nvPr>
        </p:nvSpPr>
        <p:spPr>
          <a:xfrm>
            <a:off x="1616400" y="3008700"/>
            <a:ext cx="5911200" cy="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33" name="Google Shape;133;p2"/>
          <p:cNvGrpSpPr/>
          <p:nvPr/>
        </p:nvGrpSpPr>
        <p:grpSpPr>
          <a:xfrm rot="10800000">
            <a:off x="6037785" y="111027"/>
            <a:ext cx="161145" cy="262744"/>
            <a:chOff x="8814523" y="4301099"/>
            <a:chExt cx="181204" cy="295450"/>
          </a:xfrm>
        </p:grpSpPr>
        <p:sp>
          <p:nvSpPr>
            <p:cNvPr id="134" name="Google Shape;134;p2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"/>
          <p:cNvSpPr/>
          <p:nvPr/>
        </p:nvSpPr>
        <p:spPr>
          <a:xfrm>
            <a:off x="5525" y="-1225"/>
            <a:ext cx="9143969" cy="1903504"/>
          </a:xfrm>
          <a:custGeom>
            <a:avLst/>
            <a:gdLst/>
            <a:ahLst/>
            <a:cxnLst/>
            <a:rect l="l" t="t" r="r" b="b"/>
            <a:pathLst>
              <a:path w="44209" h="160735" extrusionOk="0">
                <a:moveTo>
                  <a:pt x="0" y="0"/>
                </a:moveTo>
                <a:lnTo>
                  <a:pt x="0" y="160734"/>
                </a:lnTo>
                <a:lnTo>
                  <a:pt x="44208" y="160734"/>
                </a:lnTo>
                <a:lnTo>
                  <a:pt x="442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"/>
          <p:cNvSpPr/>
          <p:nvPr/>
        </p:nvSpPr>
        <p:spPr>
          <a:xfrm>
            <a:off x="3688662" y="1094850"/>
            <a:ext cx="1766371" cy="1766392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3843622" y="1249820"/>
            <a:ext cx="1456430" cy="1456448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8215301" y="4895571"/>
            <a:ext cx="83286" cy="83286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8400930" y="4897849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3"/>
          <p:cNvGrpSpPr/>
          <p:nvPr/>
        </p:nvGrpSpPr>
        <p:grpSpPr>
          <a:xfrm>
            <a:off x="8846561" y="2203086"/>
            <a:ext cx="154517" cy="442886"/>
            <a:chOff x="8846561" y="2782361"/>
            <a:chExt cx="154517" cy="442886"/>
          </a:xfrm>
        </p:grpSpPr>
        <p:sp>
          <p:nvSpPr>
            <p:cNvPr id="147" name="Google Shape;147;p3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" name="Google Shape;149;p3"/>
          <p:cNvGrpSpPr/>
          <p:nvPr/>
        </p:nvGrpSpPr>
        <p:grpSpPr>
          <a:xfrm>
            <a:off x="8814523" y="3721824"/>
            <a:ext cx="181204" cy="295450"/>
            <a:chOff x="8814523" y="4301099"/>
            <a:chExt cx="181204" cy="295450"/>
          </a:xfrm>
        </p:grpSpPr>
        <p:sp>
          <p:nvSpPr>
            <p:cNvPr id="150" name="Google Shape;150;p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179910" y="2203063"/>
            <a:ext cx="152679" cy="15296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" name="Google Shape;157;p3"/>
          <p:cNvGrpSpPr/>
          <p:nvPr/>
        </p:nvGrpSpPr>
        <p:grpSpPr>
          <a:xfrm>
            <a:off x="179005" y="2907021"/>
            <a:ext cx="154529" cy="443783"/>
            <a:chOff x="179009" y="2072968"/>
            <a:chExt cx="190870" cy="548151"/>
          </a:xfrm>
        </p:grpSpPr>
        <p:sp>
          <p:nvSpPr>
            <p:cNvPr id="158" name="Google Shape;158;p3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3"/>
          <p:cNvGrpSpPr/>
          <p:nvPr/>
        </p:nvGrpSpPr>
        <p:grpSpPr>
          <a:xfrm>
            <a:off x="179000" y="4719815"/>
            <a:ext cx="279631" cy="259804"/>
            <a:chOff x="6672" y="3464315"/>
            <a:chExt cx="279631" cy="259804"/>
          </a:xfrm>
        </p:grpSpPr>
        <p:sp>
          <p:nvSpPr>
            <p:cNvPr id="161" name="Google Shape;161;p3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3"/>
          <p:cNvSpPr/>
          <p:nvPr/>
        </p:nvSpPr>
        <p:spPr>
          <a:xfrm>
            <a:off x="606990" y="487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"/>
          <p:cNvSpPr txBox="1">
            <a:spLocks noGrp="1"/>
          </p:cNvSpPr>
          <p:nvPr>
            <p:ph type="title" hasCustomPrompt="1"/>
          </p:nvPr>
        </p:nvSpPr>
        <p:spPr>
          <a:xfrm>
            <a:off x="3525300" y="1249825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72" name="Google Shape;172;p3"/>
          <p:cNvSpPr txBox="1">
            <a:spLocks noGrp="1"/>
          </p:cNvSpPr>
          <p:nvPr>
            <p:ph type="subTitle" idx="1"/>
          </p:nvPr>
        </p:nvSpPr>
        <p:spPr>
          <a:xfrm>
            <a:off x="3218100" y="3657950"/>
            <a:ext cx="2707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3" name="Google Shape;173;p3"/>
          <p:cNvSpPr txBox="1">
            <a:spLocks noGrp="1"/>
          </p:cNvSpPr>
          <p:nvPr>
            <p:ph type="title" idx="2"/>
          </p:nvPr>
        </p:nvSpPr>
        <p:spPr>
          <a:xfrm>
            <a:off x="2418150" y="2981762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/>
          <p:nvPr/>
        </p:nvSpPr>
        <p:spPr>
          <a:xfrm rot="-5400000">
            <a:off x="8490515" y="4794343"/>
            <a:ext cx="152679" cy="15296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"/>
          <p:cNvSpPr/>
          <p:nvPr/>
        </p:nvSpPr>
        <p:spPr>
          <a:xfrm rot="-5400000">
            <a:off x="8801634" y="4783445"/>
            <a:ext cx="154536" cy="154536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"/>
          <p:cNvSpPr txBox="1">
            <a:spLocks noGrp="1"/>
          </p:cNvSpPr>
          <p:nvPr>
            <p:ph type="body" idx="1"/>
          </p:nvPr>
        </p:nvSpPr>
        <p:spPr>
          <a:xfrm>
            <a:off x="713225" y="1145950"/>
            <a:ext cx="7717500" cy="34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 sz="1400"/>
            </a:lvl2pPr>
            <a:lvl3pPr marL="1371600" lvl="2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 sz="1400"/>
            </a:lvl3pPr>
            <a:lvl4pPr marL="1828800" lvl="3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 sz="1400"/>
            </a:lvl4pPr>
            <a:lvl5pPr marL="2286000" lvl="4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 sz="1400"/>
            </a:lvl5pPr>
            <a:lvl6pPr marL="2743200" lvl="5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 sz="1400"/>
            </a:lvl6pPr>
            <a:lvl7pPr marL="3200400" lvl="6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 sz="1400"/>
            </a:lvl7pPr>
            <a:lvl8pPr marL="3657600" lvl="7" indent="-317500" algn="l" rtl="0">
              <a:spcBef>
                <a:spcPts val="160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 sz="1400"/>
            </a:lvl8pPr>
            <a:lvl9pPr marL="4114800" lvl="8" indent="-317500" algn="l" rtl="0">
              <a:spcBef>
                <a:spcPts val="1600"/>
              </a:spcBef>
              <a:spcAft>
                <a:spcPts val="1600"/>
              </a:spcAft>
              <a:buSzPts val="1400"/>
              <a:buFont typeface="Roboto Condensed Light"/>
              <a:buAutoNum type="romanLcPeriod"/>
              <a:defRPr sz="1400"/>
            </a:lvl9pPr>
          </a:lstStyle>
          <a:p>
            <a:endParaRPr/>
          </a:p>
        </p:txBody>
      </p:sp>
      <p:cxnSp>
        <p:nvCxnSpPr>
          <p:cNvPr id="178" name="Google Shape;178;p4"/>
          <p:cNvCxnSpPr/>
          <p:nvPr/>
        </p:nvCxnSpPr>
        <p:spPr>
          <a:xfrm>
            <a:off x="-8550" y="1145950"/>
            <a:ext cx="91611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"/>
          <p:cNvSpPr/>
          <p:nvPr/>
        </p:nvSpPr>
        <p:spPr>
          <a:xfrm rot="-5400000">
            <a:off x="184140" y="4805252"/>
            <a:ext cx="120107" cy="120092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175753" y="4532352"/>
            <a:ext cx="136881" cy="136900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892316" y="124737"/>
            <a:ext cx="150472" cy="150472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4101151" y="159064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4"/>
          <p:cNvSpPr/>
          <p:nvPr/>
        </p:nvSpPr>
        <p:spPr>
          <a:xfrm rot="-5400000">
            <a:off x="757377" y="175215"/>
            <a:ext cx="120107" cy="120092"/>
          </a:xfrm>
          <a:custGeom>
            <a:avLst/>
            <a:gdLst/>
            <a:ahLst/>
            <a:cxnLst/>
            <a:rect l="l" t="t" r="r" b="b"/>
            <a:pathLst>
              <a:path w="5954" h="5954" extrusionOk="0">
                <a:moveTo>
                  <a:pt x="941" y="1"/>
                </a:moveTo>
                <a:lnTo>
                  <a:pt x="0" y="953"/>
                </a:lnTo>
                <a:lnTo>
                  <a:pt x="2036" y="2977"/>
                </a:lnTo>
                <a:lnTo>
                  <a:pt x="0" y="5013"/>
                </a:lnTo>
                <a:lnTo>
                  <a:pt x="941" y="5954"/>
                </a:lnTo>
                <a:lnTo>
                  <a:pt x="2977" y="3930"/>
                </a:lnTo>
                <a:lnTo>
                  <a:pt x="5013" y="5954"/>
                </a:lnTo>
                <a:lnTo>
                  <a:pt x="5953" y="5013"/>
                </a:lnTo>
                <a:lnTo>
                  <a:pt x="3929" y="2977"/>
                </a:lnTo>
                <a:lnTo>
                  <a:pt x="5953" y="953"/>
                </a:lnTo>
                <a:lnTo>
                  <a:pt x="5013" y="1"/>
                </a:lnTo>
                <a:lnTo>
                  <a:pt x="2977" y="2037"/>
                </a:lnTo>
                <a:lnTo>
                  <a:pt x="94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964730" y="166815"/>
            <a:ext cx="136881" cy="136900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" name="Google Shape;186;p4"/>
          <p:cNvGrpSpPr/>
          <p:nvPr/>
        </p:nvGrpSpPr>
        <p:grpSpPr>
          <a:xfrm rot="-2532444">
            <a:off x="105276" y="-11344"/>
            <a:ext cx="544954" cy="529275"/>
            <a:chOff x="493977" y="4202564"/>
            <a:chExt cx="544967" cy="529288"/>
          </a:xfrm>
        </p:grpSpPr>
        <p:sp>
          <p:nvSpPr>
            <p:cNvPr id="187" name="Google Shape;187;p4"/>
            <p:cNvSpPr/>
            <p:nvPr/>
          </p:nvSpPr>
          <p:spPr>
            <a:xfrm rot="2549225" flipH="1">
              <a:off x="574668" y="4292653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/>
            <p:nvPr/>
          </p:nvSpPr>
          <p:spPr>
            <a:xfrm rot="2549225" flipH="1">
              <a:off x="661236" y="4371942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 rot="2549225" flipH="1">
              <a:off x="747549" y="4450984"/>
              <a:ext cx="38128" cy="32686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 rot="2549225" flipH="1">
              <a:off x="833830" y="453002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 rot="2549225" flipH="1">
              <a:off x="920115" y="460905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/>
            <p:nvPr/>
          </p:nvSpPr>
          <p:spPr>
            <a:xfrm rot="2549225" flipH="1">
              <a:off x="649189" y="421111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 rot="2549225" flipH="1">
              <a:off x="735758" y="429040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/>
            <p:nvPr/>
          </p:nvSpPr>
          <p:spPr>
            <a:xfrm rot="2549225" flipH="1">
              <a:off x="822071" y="4369445"/>
              <a:ext cx="38128" cy="3303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4"/>
            <p:cNvSpPr/>
            <p:nvPr/>
          </p:nvSpPr>
          <p:spPr>
            <a:xfrm rot="2549225" flipH="1">
              <a:off x="908352" y="4448486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2549225" flipH="1">
              <a:off x="994637" y="4527517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2549225" flipH="1">
              <a:off x="500103" y="437391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2549225" flipH="1">
              <a:off x="586671" y="445320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2549225" flipH="1">
              <a:off x="672984" y="4532249"/>
              <a:ext cx="38128" cy="3297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2549225" flipH="1">
              <a:off x="759265" y="4611290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2549225" flipH="1">
              <a:off x="845550" y="4690321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4"/>
          <p:cNvGrpSpPr/>
          <p:nvPr/>
        </p:nvGrpSpPr>
        <p:grpSpPr>
          <a:xfrm rot="-2520025">
            <a:off x="8099464" y="-11337"/>
            <a:ext cx="544938" cy="529260"/>
            <a:chOff x="493977" y="4202564"/>
            <a:chExt cx="544967" cy="529288"/>
          </a:xfrm>
        </p:grpSpPr>
        <p:sp>
          <p:nvSpPr>
            <p:cNvPr id="203" name="Google Shape;203;p4"/>
            <p:cNvSpPr/>
            <p:nvPr/>
          </p:nvSpPr>
          <p:spPr>
            <a:xfrm rot="2549225" flipH="1">
              <a:off x="574668" y="4292653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/>
            <p:nvPr/>
          </p:nvSpPr>
          <p:spPr>
            <a:xfrm rot="2549225" flipH="1">
              <a:off x="661236" y="4371942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4"/>
            <p:cNvSpPr/>
            <p:nvPr/>
          </p:nvSpPr>
          <p:spPr>
            <a:xfrm rot="2549225" flipH="1">
              <a:off x="747549" y="4450984"/>
              <a:ext cx="38128" cy="32686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/>
            <p:nvPr/>
          </p:nvSpPr>
          <p:spPr>
            <a:xfrm rot="2549225" flipH="1">
              <a:off x="833830" y="453002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"/>
            <p:cNvSpPr/>
            <p:nvPr/>
          </p:nvSpPr>
          <p:spPr>
            <a:xfrm rot="2549225" flipH="1">
              <a:off x="920115" y="4609055"/>
              <a:ext cx="38160" cy="32686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/>
            <p:nvPr/>
          </p:nvSpPr>
          <p:spPr>
            <a:xfrm rot="2549225" flipH="1">
              <a:off x="649189" y="421111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 rot="2549225" flipH="1">
              <a:off x="735758" y="4290404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/>
            <p:nvPr/>
          </p:nvSpPr>
          <p:spPr>
            <a:xfrm rot="2549225" flipH="1">
              <a:off x="822071" y="4369445"/>
              <a:ext cx="38128" cy="3303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"/>
            <p:cNvSpPr/>
            <p:nvPr/>
          </p:nvSpPr>
          <p:spPr>
            <a:xfrm rot="2549225" flipH="1">
              <a:off x="908352" y="4448486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/>
            <p:nvPr/>
          </p:nvSpPr>
          <p:spPr>
            <a:xfrm rot="2549225" flipH="1">
              <a:off x="994637" y="4527517"/>
              <a:ext cx="38160" cy="3303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 rot="2549225" flipH="1">
              <a:off x="500103" y="437391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/>
            <p:nvPr/>
          </p:nvSpPr>
          <p:spPr>
            <a:xfrm rot="2549225" flipH="1">
              <a:off x="586671" y="4453208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"/>
            <p:cNvSpPr/>
            <p:nvPr/>
          </p:nvSpPr>
          <p:spPr>
            <a:xfrm rot="2549225" flipH="1">
              <a:off x="672984" y="4532249"/>
              <a:ext cx="38128" cy="3297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/>
            <p:nvPr/>
          </p:nvSpPr>
          <p:spPr>
            <a:xfrm rot="2549225" flipH="1">
              <a:off x="759265" y="4611290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 rot="2549225" flipH="1">
              <a:off x="845550" y="4690321"/>
              <a:ext cx="38160" cy="3297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" name="Google Shape;218;p4"/>
          <p:cNvSpPr/>
          <p:nvPr/>
        </p:nvSpPr>
        <p:spPr>
          <a:xfrm flipH="1">
            <a:off x="8772913" y="191726"/>
            <a:ext cx="123120" cy="123152"/>
          </a:xfrm>
          <a:custGeom>
            <a:avLst/>
            <a:gdLst/>
            <a:ahLst/>
            <a:cxnLst/>
            <a:rect l="l" t="t" r="r" b="b"/>
            <a:pathLst>
              <a:path w="3846" h="3847" extrusionOk="0">
                <a:moveTo>
                  <a:pt x="1560" y="1"/>
                </a:moveTo>
                <a:lnTo>
                  <a:pt x="1560" y="1560"/>
                </a:lnTo>
                <a:lnTo>
                  <a:pt x="0" y="1560"/>
                </a:lnTo>
                <a:lnTo>
                  <a:pt x="0" y="2287"/>
                </a:lnTo>
                <a:lnTo>
                  <a:pt x="1560" y="2287"/>
                </a:lnTo>
                <a:lnTo>
                  <a:pt x="1560" y="3846"/>
                </a:lnTo>
                <a:lnTo>
                  <a:pt x="2286" y="3846"/>
                </a:lnTo>
                <a:lnTo>
                  <a:pt x="2286" y="2287"/>
                </a:lnTo>
                <a:lnTo>
                  <a:pt x="3846" y="2287"/>
                </a:lnTo>
                <a:lnTo>
                  <a:pt x="3846" y="1560"/>
                </a:lnTo>
                <a:lnTo>
                  <a:pt x="2286" y="1560"/>
                </a:lnTo>
                <a:lnTo>
                  <a:pt x="2286" y="1"/>
                </a:ln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163630" y="4132368"/>
            <a:ext cx="161127" cy="262714"/>
            <a:chOff x="8814523" y="4301099"/>
            <a:chExt cx="181204" cy="295450"/>
          </a:xfrm>
        </p:grpSpPr>
        <p:sp>
          <p:nvSpPr>
            <p:cNvPr id="220" name="Google Shape;220;p4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" name="Google Shape;226;p4"/>
          <p:cNvSpPr/>
          <p:nvPr/>
        </p:nvSpPr>
        <p:spPr>
          <a:xfrm>
            <a:off x="5673825" y="114475"/>
            <a:ext cx="171000" cy="171000"/>
          </a:xfrm>
          <a:prstGeom prst="ellipse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"/>
          <p:cNvSpPr/>
          <p:nvPr/>
        </p:nvSpPr>
        <p:spPr>
          <a:xfrm>
            <a:off x="6185751" y="1534682"/>
            <a:ext cx="2127674" cy="2127703"/>
          </a:xfrm>
          <a:custGeom>
            <a:avLst/>
            <a:gdLst/>
            <a:ahLst/>
            <a:cxnLst/>
            <a:rect l="l" t="t" r="r" b="b"/>
            <a:pathLst>
              <a:path w="74688" h="74689" extrusionOk="0">
                <a:moveTo>
                  <a:pt x="0" y="0"/>
                </a:moveTo>
                <a:lnTo>
                  <a:pt x="0" y="74688"/>
                </a:lnTo>
                <a:lnTo>
                  <a:pt x="74688" y="74688"/>
                </a:lnTo>
                <a:lnTo>
                  <a:pt x="746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6302411" y="1651369"/>
            <a:ext cx="1894362" cy="1894333"/>
          </a:xfrm>
          <a:custGeom>
            <a:avLst/>
            <a:gdLst/>
            <a:ahLst/>
            <a:cxnLst/>
            <a:rect l="l" t="t" r="r" b="b"/>
            <a:pathLst>
              <a:path w="66498" h="66497" extrusionOk="0">
                <a:moveTo>
                  <a:pt x="1" y="0"/>
                </a:moveTo>
                <a:lnTo>
                  <a:pt x="1" y="66496"/>
                </a:lnTo>
                <a:lnTo>
                  <a:pt x="66497" y="66496"/>
                </a:lnTo>
                <a:lnTo>
                  <a:pt x="6649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196806" y="1232451"/>
            <a:ext cx="135686" cy="135714"/>
          </a:xfrm>
          <a:custGeom>
            <a:avLst/>
            <a:gdLst/>
            <a:ahLst/>
            <a:cxnLst/>
            <a:rect l="l" t="t" r="r" b="b"/>
            <a:pathLst>
              <a:path w="4763" h="4764" extrusionOk="0">
                <a:moveTo>
                  <a:pt x="0" y="1"/>
                </a:moveTo>
                <a:lnTo>
                  <a:pt x="0" y="4763"/>
                </a:lnTo>
                <a:lnTo>
                  <a:pt x="4763" y="4763"/>
                </a:lnTo>
                <a:lnTo>
                  <a:pt x="476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6708770" y="3728869"/>
            <a:ext cx="182178" cy="182178"/>
          </a:xfrm>
          <a:custGeom>
            <a:avLst/>
            <a:gdLst/>
            <a:ahLst/>
            <a:cxnLst/>
            <a:rect l="l" t="t" r="r" b="b"/>
            <a:pathLst>
              <a:path w="6395" h="6395" extrusionOk="0">
                <a:moveTo>
                  <a:pt x="2596" y="1"/>
                </a:moveTo>
                <a:lnTo>
                  <a:pt x="2596" y="2596"/>
                </a:lnTo>
                <a:lnTo>
                  <a:pt x="1" y="2596"/>
                </a:lnTo>
                <a:lnTo>
                  <a:pt x="1" y="3799"/>
                </a:lnTo>
                <a:lnTo>
                  <a:pt x="2596" y="3799"/>
                </a:lnTo>
                <a:lnTo>
                  <a:pt x="2596" y="6394"/>
                </a:lnTo>
                <a:lnTo>
                  <a:pt x="3799" y="6394"/>
                </a:lnTo>
                <a:lnTo>
                  <a:pt x="3799" y="3799"/>
                </a:lnTo>
                <a:lnTo>
                  <a:pt x="6394" y="3799"/>
                </a:lnTo>
                <a:lnTo>
                  <a:pt x="6394" y="2596"/>
                </a:lnTo>
                <a:lnTo>
                  <a:pt x="3799" y="2596"/>
                </a:lnTo>
                <a:lnTo>
                  <a:pt x="379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8"/>
          <p:cNvGrpSpPr/>
          <p:nvPr/>
        </p:nvGrpSpPr>
        <p:grpSpPr>
          <a:xfrm>
            <a:off x="8396067" y="1910119"/>
            <a:ext cx="137396" cy="393815"/>
            <a:chOff x="8846561" y="2782361"/>
            <a:chExt cx="154517" cy="442886"/>
          </a:xfrm>
        </p:grpSpPr>
        <p:sp>
          <p:nvSpPr>
            <p:cNvPr id="359" name="Google Shape;359;p8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8"/>
          <p:cNvGrpSpPr/>
          <p:nvPr/>
        </p:nvGrpSpPr>
        <p:grpSpPr>
          <a:xfrm>
            <a:off x="8367579" y="3260581"/>
            <a:ext cx="161127" cy="262714"/>
            <a:chOff x="8814523" y="4301099"/>
            <a:chExt cx="181204" cy="295450"/>
          </a:xfrm>
        </p:grpSpPr>
        <p:sp>
          <p:nvSpPr>
            <p:cNvPr id="362" name="Google Shape;362;p8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" name="Google Shape;368;p8"/>
          <p:cNvGrpSpPr/>
          <p:nvPr/>
        </p:nvGrpSpPr>
        <p:grpSpPr>
          <a:xfrm>
            <a:off x="6185742" y="1286997"/>
            <a:ext cx="391640" cy="26508"/>
            <a:chOff x="7586971" y="1240406"/>
            <a:chExt cx="820705" cy="53017"/>
          </a:xfrm>
        </p:grpSpPr>
        <p:sp>
          <p:nvSpPr>
            <p:cNvPr id="369" name="Google Shape;369;p8"/>
            <p:cNvSpPr/>
            <p:nvPr/>
          </p:nvSpPr>
          <p:spPr>
            <a:xfrm>
              <a:off x="8345886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33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8156069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8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41" y="74"/>
                    <a:pt x="1038" y="1"/>
                    <a:pt x="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7966221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42" y="1"/>
                  </a:moveTo>
                  <a:cubicBezTo>
                    <a:pt x="413" y="1"/>
                    <a:pt x="1" y="332"/>
                    <a:pt x="1" y="834"/>
                  </a:cubicBezTo>
                  <a:cubicBezTo>
                    <a:pt x="1" y="1286"/>
                    <a:pt x="370" y="1655"/>
                    <a:pt x="834" y="1655"/>
                  </a:cubicBezTo>
                  <a:cubicBezTo>
                    <a:pt x="1560" y="1655"/>
                    <a:pt x="1930" y="762"/>
                    <a:pt x="1418" y="238"/>
                  </a:cubicBezTo>
                  <a:cubicBezTo>
                    <a:pt x="1250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7776404" y="1240406"/>
              <a:ext cx="62173" cy="53017"/>
            </a:xfrm>
            <a:custGeom>
              <a:avLst/>
              <a:gdLst/>
              <a:ahLst/>
              <a:cxnLst/>
              <a:rect l="l" t="t" r="r" b="b"/>
              <a:pathLst>
                <a:path w="1942" h="1656" extrusionOk="0">
                  <a:moveTo>
                    <a:pt x="842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70" y="1655"/>
                    <a:pt x="834" y="1655"/>
                  </a:cubicBezTo>
                  <a:cubicBezTo>
                    <a:pt x="1572" y="1655"/>
                    <a:pt x="1941" y="762"/>
                    <a:pt x="1417" y="238"/>
                  </a:cubicBezTo>
                  <a:cubicBezTo>
                    <a:pt x="1249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7586971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2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8"/>
          <p:cNvSpPr/>
          <p:nvPr/>
        </p:nvSpPr>
        <p:spPr>
          <a:xfrm>
            <a:off x="6738204" y="1232450"/>
            <a:ext cx="129523" cy="135733"/>
          </a:xfrm>
          <a:custGeom>
            <a:avLst/>
            <a:gdLst/>
            <a:ahLst/>
            <a:cxnLst/>
            <a:rect l="l" t="t" r="r" b="b"/>
            <a:pathLst>
              <a:path w="8478" h="8478" extrusionOk="0">
                <a:moveTo>
                  <a:pt x="3429" y="1"/>
                </a:moveTo>
                <a:lnTo>
                  <a:pt x="3429" y="3441"/>
                </a:lnTo>
                <a:lnTo>
                  <a:pt x="0" y="3441"/>
                </a:lnTo>
                <a:lnTo>
                  <a:pt x="0" y="5037"/>
                </a:lnTo>
                <a:lnTo>
                  <a:pt x="3429" y="5037"/>
                </a:lnTo>
                <a:lnTo>
                  <a:pt x="3429" y="8478"/>
                </a:lnTo>
                <a:lnTo>
                  <a:pt x="5037" y="8478"/>
                </a:lnTo>
                <a:lnTo>
                  <a:pt x="5037" y="5037"/>
                </a:lnTo>
                <a:lnTo>
                  <a:pt x="8477" y="5037"/>
                </a:lnTo>
                <a:lnTo>
                  <a:pt x="8477" y="3441"/>
                </a:lnTo>
                <a:lnTo>
                  <a:pt x="5037" y="3441"/>
                </a:lnTo>
                <a:lnTo>
                  <a:pt x="50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897810" y="3776571"/>
            <a:ext cx="81222" cy="81222"/>
          </a:xfrm>
          <a:custGeom>
            <a:avLst/>
            <a:gdLst/>
            <a:ahLst/>
            <a:cxnLst/>
            <a:rect l="l" t="t" r="r" b="b"/>
            <a:pathLst>
              <a:path w="2537" h="2537" extrusionOk="0">
                <a:moveTo>
                  <a:pt x="1" y="1"/>
                </a:moveTo>
                <a:lnTo>
                  <a:pt x="1" y="2537"/>
                </a:lnTo>
                <a:lnTo>
                  <a:pt x="2537" y="2537"/>
                </a:lnTo>
                <a:lnTo>
                  <a:pt x="25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1408289" y="3778876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69" y="0"/>
                </a:moveTo>
                <a:lnTo>
                  <a:pt x="0" y="1893"/>
                </a:lnTo>
                <a:lnTo>
                  <a:pt x="322" y="2215"/>
                </a:lnTo>
                <a:lnTo>
                  <a:pt x="1869" y="655"/>
                </a:lnTo>
                <a:lnTo>
                  <a:pt x="3691" y="2488"/>
                </a:lnTo>
                <a:lnTo>
                  <a:pt x="5501" y="655"/>
                </a:lnTo>
                <a:lnTo>
                  <a:pt x="7322" y="2488"/>
                </a:lnTo>
                <a:lnTo>
                  <a:pt x="9144" y="655"/>
                </a:lnTo>
                <a:lnTo>
                  <a:pt x="10954" y="2488"/>
                </a:lnTo>
                <a:lnTo>
                  <a:pt x="12775" y="655"/>
                </a:lnTo>
                <a:lnTo>
                  <a:pt x="14585" y="2488"/>
                </a:lnTo>
                <a:lnTo>
                  <a:pt x="16407" y="655"/>
                </a:lnTo>
                <a:lnTo>
                  <a:pt x="17955" y="2215"/>
                </a:lnTo>
                <a:lnTo>
                  <a:pt x="18276" y="1893"/>
                </a:lnTo>
                <a:lnTo>
                  <a:pt x="16407" y="0"/>
                </a:lnTo>
                <a:lnTo>
                  <a:pt x="14585" y="1846"/>
                </a:lnTo>
                <a:lnTo>
                  <a:pt x="12775" y="0"/>
                </a:lnTo>
                <a:lnTo>
                  <a:pt x="10954" y="1846"/>
                </a:lnTo>
                <a:lnTo>
                  <a:pt x="9132" y="0"/>
                </a:lnTo>
                <a:lnTo>
                  <a:pt x="7322" y="1846"/>
                </a:lnTo>
                <a:lnTo>
                  <a:pt x="5501" y="0"/>
                </a:lnTo>
                <a:lnTo>
                  <a:pt x="3691" y="1846"/>
                </a:lnTo>
                <a:lnTo>
                  <a:pt x="186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 flipH="1">
            <a:off x="1542343" y="3155824"/>
            <a:ext cx="127985" cy="12822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8" name="Google Shape;378;p8"/>
          <p:cNvGrpSpPr/>
          <p:nvPr/>
        </p:nvGrpSpPr>
        <p:grpSpPr>
          <a:xfrm flipH="1">
            <a:off x="440675" y="3485819"/>
            <a:ext cx="129525" cy="371975"/>
            <a:chOff x="179009" y="2072968"/>
            <a:chExt cx="190870" cy="548151"/>
          </a:xfrm>
        </p:grpSpPr>
        <p:sp>
          <p:nvSpPr>
            <p:cNvPr id="379" name="Google Shape;379;p8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8"/>
          <p:cNvGrpSpPr/>
          <p:nvPr/>
        </p:nvGrpSpPr>
        <p:grpSpPr>
          <a:xfrm>
            <a:off x="1435228" y="2045074"/>
            <a:ext cx="482000" cy="31137"/>
            <a:chOff x="7586971" y="1240406"/>
            <a:chExt cx="820705" cy="53017"/>
          </a:xfrm>
        </p:grpSpPr>
        <p:sp>
          <p:nvSpPr>
            <p:cNvPr id="382" name="Google Shape;382;p8"/>
            <p:cNvSpPr/>
            <p:nvPr/>
          </p:nvSpPr>
          <p:spPr>
            <a:xfrm>
              <a:off x="8345886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33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8156069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8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41" y="74"/>
                    <a:pt x="1038" y="1"/>
                    <a:pt x="8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7966221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42" y="1"/>
                  </a:moveTo>
                  <a:cubicBezTo>
                    <a:pt x="413" y="1"/>
                    <a:pt x="1" y="332"/>
                    <a:pt x="1" y="834"/>
                  </a:cubicBezTo>
                  <a:cubicBezTo>
                    <a:pt x="1" y="1286"/>
                    <a:pt x="370" y="1655"/>
                    <a:pt x="834" y="1655"/>
                  </a:cubicBezTo>
                  <a:cubicBezTo>
                    <a:pt x="1560" y="1655"/>
                    <a:pt x="1930" y="762"/>
                    <a:pt x="1418" y="238"/>
                  </a:cubicBezTo>
                  <a:cubicBezTo>
                    <a:pt x="1250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7776404" y="1240406"/>
              <a:ext cx="62173" cy="53017"/>
            </a:xfrm>
            <a:custGeom>
              <a:avLst/>
              <a:gdLst/>
              <a:ahLst/>
              <a:cxnLst/>
              <a:rect l="l" t="t" r="r" b="b"/>
              <a:pathLst>
                <a:path w="1942" h="1656" extrusionOk="0">
                  <a:moveTo>
                    <a:pt x="842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70" y="1655"/>
                    <a:pt x="834" y="1655"/>
                  </a:cubicBezTo>
                  <a:cubicBezTo>
                    <a:pt x="1572" y="1655"/>
                    <a:pt x="1941" y="762"/>
                    <a:pt x="1417" y="238"/>
                  </a:cubicBezTo>
                  <a:cubicBezTo>
                    <a:pt x="1249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7586971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2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8"/>
          <p:cNvGrpSpPr/>
          <p:nvPr/>
        </p:nvGrpSpPr>
        <p:grpSpPr>
          <a:xfrm>
            <a:off x="1955511" y="1366605"/>
            <a:ext cx="328622" cy="305322"/>
            <a:chOff x="6672" y="3464315"/>
            <a:chExt cx="279631" cy="259804"/>
          </a:xfrm>
        </p:grpSpPr>
        <p:sp>
          <p:nvSpPr>
            <p:cNvPr id="388" name="Google Shape;388;p8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" name="Google Shape;397;p8"/>
          <p:cNvSpPr/>
          <p:nvPr/>
        </p:nvSpPr>
        <p:spPr>
          <a:xfrm>
            <a:off x="2540301" y="2019456"/>
            <a:ext cx="124833" cy="124381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8" name="Google Shape;398;p8"/>
          <p:cNvGrpSpPr/>
          <p:nvPr/>
        </p:nvGrpSpPr>
        <p:grpSpPr>
          <a:xfrm>
            <a:off x="440677" y="1364545"/>
            <a:ext cx="189340" cy="308716"/>
            <a:chOff x="8814523" y="4301099"/>
            <a:chExt cx="181204" cy="295450"/>
          </a:xfrm>
        </p:grpSpPr>
        <p:sp>
          <p:nvSpPr>
            <p:cNvPr id="399" name="Google Shape;399;p8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8"/>
          <p:cNvGrpSpPr/>
          <p:nvPr/>
        </p:nvGrpSpPr>
        <p:grpSpPr>
          <a:xfrm flipH="1">
            <a:off x="2517441" y="3031968"/>
            <a:ext cx="585142" cy="825829"/>
            <a:chOff x="8369505" y="4200966"/>
            <a:chExt cx="588555" cy="830646"/>
          </a:xfrm>
        </p:grpSpPr>
        <p:sp>
          <p:nvSpPr>
            <p:cNvPr id="406" name="Google Shape;406;p8"/>
            <p:cNvSpPr/>
            <p:nvPr/>
          </p:nvSpPr>
          <p:spPr>
            <a:xfrm>
              <a:off x="8881800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8764403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8647391" y="4888380"/>
              <a:ext cx="38130" cy="32687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8530346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8413333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8881800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8764403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647391" y="4777867"/>
              <a:ext cx="38130" cy="33039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8530346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8413333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8881800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8764403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8647391" y="4998637"/>
              <a:ext cx="38130" cy="32975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8530346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8413333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8369505" y="4200966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82" y="0"/>
                  </a:moveTo>
                  <a:lnTo>
                    <a:pt x="1" y="1893"/>
                  </a:lnTo>
                  <a:lnTo>
                    <a:pt x="334" y="2215"/>
                  </a:lnTo>
                  <a:lnTo>
                    <a:pt x="1882" y="655"/>
                  </a:lnTo>
                  <a:lnTo>
                    <a:pt x="3691" y="2489"/>
                  </a:lnTo>
                  <a:lnTo>
                    <a:pt x="5513" y="655"/>
                  </a:lnTo>
                  <a:lnTo>
                    <a:pt x="7323" y="2489"/>
                  </a:lnTo>
                  <a:lnTo>
                    <a:pt x="9145" y="655"/>
                  </a:lnTo>
                  <a:lnTo>
                    <a:pt x="10966" y="2489"/>
                  </a:lnTo>
                  <a:lnTo>
                    <a:pt x="12776" y="655"/>
                  </a:lnTo>
                  <a:lnTo>
                    <a:pt x="14598" y="2489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7" y="1893"/>
                  </a:lnTo>
                  <a:lnTo>
                    <a:pt x="16407" y="0"/>
                  </a:lnTo>
                  <a:lnTo>
                    <a:pt x="14598" y="1834"/>
                  </a:lnTo>
                  <a:lnTo>
                    <a:pt x="12776" y="0"/>
                  </a:lnTo>
                  <a:lnTo>
                    <a:pt x="10966" y="1846"/>
                  </a:lnTo>
                  <a:lnTo>
                    <a:pt x="9145" y="0"/>
                  </a:lnTo>
                  <a:lnTo>
                    <a:pt x="7323" y="1834"/>
                  </a:lnTo>
                  <a:lnTo>
                    <a:pt x="5513" y="0"/>
                  </a:lnTo>
                  <a:lnTo>
                    <a:pt x="3691" y="1846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8834931" y="4430447"/>
              <a:ext cx="123130" cy="123162"/>
            </a:xfrm>
            <a:custGeom>
              <a:avLst/>
              <a:gdLst/>
              <a:ahLst/>
              <a:cxnLst/>
              <a:rect l="l" t="t" r="r" b="b"/>
              <a:pathLst>
                <a:path w="3846" h="3847" extrusionOk="0">
                  <a:moveTo>
                    <a:pt x="1560" y="1"/>
                  </a:moveTo>
                  <a:lnTo>
                    <a:pt x="1560" y="1560"/>
                  </a:lnTo>
                  <a:lnTo>
                    <a:pt x="0" y="1560"/>
                  </a:lnTo>
                  <a:lnTo>
                    <a:pt x="0" y="2287"/>
                  </a:lnTo>
                  <a:lnTo>
                    <a:pt x="1560" y="2287"/>
                  </a:lnTo>
                  <a:lnTo>
                    <a:pt x="1560" y="3846"/>
                  </a:lnTo>
                  <a:lnTo>
                    <a:pt x="2286" y="3846"/>
                  </a:lnTo>
                  <a:lnTo>
                    <a:pt x="2286" y="2287"/>
                  </a:lnTo>
                  <a:lnTo>
                    <a:pt x="3846" y="2287"/>
                  </a:lnTo>
                  <a:lnTo>
                    <a:pt x="3846" y="1560"/>
                  </a:lnTo>
                  <a:lnTo>
                    <a:pt x="2286" y="1560"/>
                  </a:lnTo>
                  <a:lnTo>
                    <a:pt x="22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3" name="Google Shape;423;p8"/>
          <p:cNvSpPr/>
          <p:nvPr/>
        </p:nvSpPr>
        <p:spPr>
          <a:xfrm flipH="1">
            <a:off x="968939" y="1354524"/>
            <a:ext cx="144696" cy="144734"/>
          </a:xfrm>
          <a:custGeom>
            <a:avLst/>
            <a:gdLst/>
            <a:ahLst/>
            <a:cxnLst/>
            <a:rect l="l" t="t" r="r" b="b"/>
            <a:pathLst>
              <a:path w="3846" h="3847" extrusionOk="0">
                <a:moveTo>
                  <a:pt x="1560" y="1"/>
                </a:moveTo>
                <a:lnTo>
                  <a:pt x="1560" y="1560"/>
                </a:lnTo>
                <a:lnTo>
                  <a:pt x="0" y="1560"/>
                </a:lnTo>
                <a:lnTo>
                  <a:pt x="0" y="2287"/>
                </a:lnTo>
                <a:lnTo>
                  <a:pt x="1560" y="2287"/>
                </a:lnTo>
                <a:lnTo>
                  <a:pt x="1560" y="3846"/>
                </a:lnTo>
                <a:lnTo>
                  <a:pt x="2286" y="3846"/>
                </a:lnTo>
                <a:lnTo>
                  <a:pt x="2286" y="2287"/>
                </a:lnTo>
                <a:lnTo>
                  <a:pt x="3846" y="2287"/>
                </a:lnTo>
                <a:lnTo>
                  <a:pt x="3846" y="1560"/>
                </a:lnTo>
                <a:lnTo>
                  <a:pt x="2286" y="1560"/>
                </a:lnTo>
                <a:lnTo>
                  <a:pt x="228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8"/>
          <p:cNvSpPr/>
          <p:nvPr/>
        </p:nvSpPr>
        <p:spPr>
          <a:xfrm flipH="1">
            <a:off x="460574" y="1993156"/>
            <a:ext cx="150399" cy="150680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5" name="Google Shape;425;p8"/>
          <p:cNvCxnSpPr/>
          <p:nvPr/>
        </p:nvCxnSpPr>
        <p:spPr>
          <a:xfrm>
            <a:off x="-8550" y="917350"/>
            <a:ext cx="91611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6" name="Google Shape;426;p8"/>
          <p:cNvCxnSpPr/>
          <p:nvPr/>
        </p:nvCxnSpPr>
        <p:spPr>
          <a:xfrm>
            <a:off x="-8550" y="4226150"/>
            <a:ext cx="91611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7" name="Google Shape;427;p8"/>
          <p:cNvSpPr txBox="1">
            <a:spLocks noGrp="1"/>
          </p:cNvSpPr>
          <p:nvPr>
            <p:ph type="title"/>
          </p:nvPr>
        </p:nvSpPr>
        <p:spPr>
          <a:xfrm>
            <a:off x="3334250" y="1851388"/>
            <a:ext cx="4628100" cy="14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28" name="Google Shape;428;p8"/>
          <p:cNvGrpSpPr/>
          <p:nvPr/>
        </p:nvGrpSpPr>
        <p:grpSpPr>
          <a:xfrm>
            <a:off x="876986" y="2485255"/>
            <a:ext cx="328622" cy="305322"/>
            <a:chOff x="6672" y="3464315"/>
            <a:chExt cx="279631" cy="259804"/>
          </a:xfrm>
        </p:grpSpPr>
        <p:sp>
          <p:nvSpPr>
            <p:cNvPr id="429" name="Google Shape;429;p8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8"/>
          <p:cNvSpPr/>
          <p:nvPr/>
        </p:nvSpPr>
        <p:spPr>
          <a:xfrm rot="-5400000">
            <a:off x="2770171" y="1561376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69" y="0"/>
                </a:moveTo>
                <a:lnTo>
                  <a:pt x="0" y="1893"/>
                </a:lnTo>
                <a:lnTo>
                  <a:pt x="322" y="2215"/>
                </a:lnTo>
                <a:lnTo>
                  <a:pt x="1869" y="655"/>
                </a:lnTo>
                <a:lnTo>
                  <a:pt x="3691" y="2488"/>
                </a:lnTo>
                <a:lnTo>
                  <a:pt x="5501" y="655"/>
                </a:lnTo>
                <a:lnTo>
                  <a:pt x="7322" y="2488"/>
                </a:lnTo>
                <a:lnTo>
                  <a:pt x="9144" y="655"/>
                </a:lnTo>
                <a:lnTo>
                  <a:pt x="10954" y="2488"/>
                </a:lnTo>
                <a:lnTo>
                  <a:pt x="12775" y="655"/>
                </a:lnTo>
                <a:lnTo>
                  <a:pt x="14585" y="2488"/>
                </a:lnTo>
                <a:lnTo>
                  <a:pt x="16407" y="655"/>
                </a:lnTo>
                <a:lnTo>
                  <a:pt x="17955" y="2215"/>
                </a:lnTo>
                <a:lnTo>
                  <a:pt x="18276" y="1893"/>
                </a:lnTo>
                <a:lnTo>
                  <a:pt x="16407" y="0"/>
                </a:lnTo>
                <a:lnTo>
                  <a:pt x="14585" y="1846"/>
                </a:lnTo>
                <a:lnTo>
                  <a:pt x="12775" y="0"/>
                </a:lnTo>
                <a:lnTo>
                  <a:pt x="10954" y="1846"/>
                </a:lnTo>
                <a:lnTo>
                  <a:pt x="9132" y="0"/>
                </a:lnTo>
                <a:lnTo>
                  <a:pt x="7322" y="1846"/>
                </a:lnTo>
                <a:lnTo>
                  <a:pt x="5501" y="0"/>
                </a:lnTo>
                <a:lnTo>
                  <a:pt x="3691" y="1846"/>
                </a:lnTo>
                <a:lnTo>
                  <a:pt x="186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8"/>
          <p:cNvSpPr/>
          <p:nvPr/>
        </p:nvSpPr>
        <p:spPr>
          <a:xfrm rot="5405778">
            <a:off x="1666427" y="2410338"/>
            <a:ext cx="178500" cy="32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"/>
          <p:cNvSpPr/>
          <p:nvPr/>
        </p:nvSpPr>
        <p:spPr>
          <a:xfrm>
            <a:off x="955775" y="3182525"/>
            <a:ext cx="171000" cy="1710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8"/>
          <p:cNvSpPr/>
          <p:nvPr/>
        </p:nvSpPr>
        <p:spPr>
          <a:xfrm>
            <a:off x="2606113" y="1515725"/>
            <a:ext cx="171000" cy="1710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8"/>
          <p:cNvSpPr/>
          <p:nvPr/>
        </p:nvSpPr>
        <p:spPr>
          <a:xfrm>
            <a:off x="2538672" y="2662475"/>
            <a:ext cx="128100" cy="128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7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3"/>
          <p:cNvSpPr/>
          <p:nvPr/>
        </p:nvSpPr>
        <p:spPr>
          <a:xfrm flipH="1">
            <a:off x="6496003" y="325"/>
            <a:ext cx="1533282" cy="5143367"/>
          </a:xfrm>
          <a:custGeom>
            <a:avLst/>
            <a:gdLst/>
            <a:ahLst/>
            <a:cxnLst/>
            <a:rect l="l" t="t" r="r" b="b"/>
            <a:pathLst>
              <a:path w="39589" h="128040" extrusionOk="0">
                <a:moveTo>
                  <a:pt x="0" y="0"/>
                </a:moveTo>
                <a:lnTo>
                  <a:pt x="0" y="128040"/>
                </a:lnTo>
                <a:lnTo>
                  <a:pt x="39588" y="128040"/>
                </a:lnTo>
                <a:lnTo>
                  <a:pt x="3958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23"/>
          <p:cNvSpPr/>
          <p:nvPr/>
        </p:nvSpPr>
        <p:spPr>
          <a:xfrm rot="5400000">
            <a:off x="8856280" y="2778745"/>
            <a:ext cx="144628" cy="144659"/>
          </a:xfrm>
          <a:custGeom>
            <a:avLst/>
            <a:gdLst/>
            <a:ahLst/>
            <a:cxnLst/>
            <a:rect l="l" t="t" r="r" b="b"/>
            <a:pathLst>
              <a:path w="4763" h="4764" extrusionOk="0">
                <a:moveTo>
                  <a:pt x="0" y="1"/>
                </a:moveTo>
                <a:lnTo>
                  <a:pt x="0" y="4763"/>
                </a:lnTo>
                <a:lnTo>
                  <a:pt x="4763" y="4763"/>
                </a:lnTo>
                <a:lnTo>
                  <a:pt x="476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6" name="Google Shape;1026;p23"/>
          <p:cNvGrpSpPr/>
          <p:nvPr/>
        </p:nvGrpSpPr>
        <p:grpSpPr>
          <a:xfrm>
            <a:off x="8068555" y="342582"/>
            <a:ext cx="137396" cy="393815"/>
            <a:chOff x="8846561" y="2782361"/>
            <a:chExt cx="154517" cy="442886"/>
          </a:xfrm>
        </p:grpSpPr>
        <p:sp>
          <p:nvSpPr>
            <p:cNvPr id="1027" name="Google Shape;1027;p23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9" name="Google Shape;1029;p23"/>
          <p:cNvSpPr/>
          <p:nvPr/>
        </p:nvSpPr>
        <p:spPr>
          <a:xfrm rot="5400000">
            <a:off x="8859554" y="3616804"/>
            <a:ext cx="138064" cy="144677"/>
          </a:xfrm>
          <a:custGeom>
            <a:avLst/>
            <a:gdLst/>
            <a:ahLst/>
            <a:cxnLst/>
            <a:rect l="l" t="t" r="r" b="b"/>
            <a:pathLst>
              <a:path w="8478" h="8478" extrusionOk="0">
                <a:moveTo>
                  <a:pt x="3429" y="1"/>
                </a:moveTo>
                <a:lnTo>
                  <a:pt x="3429" y="3441"/>
                </a:lnTo>
                <a:lnTo>
                  <a:pt x="0" y="3441"/>
                </a:lnTo>
                <a:lnTo>
                  <a:pt x="0" y="5037"/>
                </a:lnTo>
                <a:lnTo>
                  <a:pt x="3429" y="5037"/>
                </a:lnTo>
                <a:lnTo>
                  <a:pt x="3429" y="8478"/>
                </a:lnTo>
                <a:lnTo>
                  <a:pt x="5037" y="8478"/>
                </a:lnTo>
                <a:lnTo>
                  <a:pt x="5037" y="5037"/>
                </a:lnTo>
                <a:lnTo>
                  <a:pt x="8477" y="5037"/>
                </a:lnTo>
                <a:lnTo>
                  <a:pt x="8477" y="3441"/>
                </a:lnTo>
                <a:lnTo>
                  <a:pt x="5037" y="3441"/>
                </a:lnTo>
                <a:lnTo>
                  <a:pt x="50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0" name="Google Shape;1030;p23"/>
          <p:cNvGrpSpPr/>
          <p:nvPr/>
        </p:nvGrpSpPr>
        <p:grpSpPr>
          <a:xfrm>
            <a:off x="8146761" y="4694630"/>
            <a:ext cx="328622" cy="305322"/>
            <a:chOff x="6672" y="3464315"/>
            <a:chExt cx="279631" cy="259804"/>
          </a:xfrm>
        </p:grpSpPr>
        <p:sp>
          <p:nvSpPr>
            <p:cNvPr id="1031" name="Google Shape;1031;p23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0" name="Google Shape;1040;p23"/>
          <p:cNvSpPr/>
          <p:nvPr/>
        </p:nvSpPr>
        <p:spPr>
          <a:xfrm>
            <a:off x="8435763" y="2037206"/>
            <a:ext cx="124833" cy="124381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1" name="Google Shape;1041;p23"/>
          <p:cNvGrpSpPr/>
          <p:nvPr/>
        </p:nvGrpSpPr>
        <p:grpSpPr>
          <a:xfrm>
            <a:off x="8403502" y="1534670"/>
            <a:ext cx="189340" cy="308716"/>
            <a:chOff x="8814523" y="4301099"/>
            <a:chExt cx="181204" cy="295450"/>
          </a:xfrm>
        </p:grpSpPr>
        <p:sp>
          <p:nvSpPr>
            <p:cNvPr id="1042" name="Google Shape;1042;p2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23"/>
          <p:cNvSpPr/>
          <p:nvPr/>
        </p:nvSpPr>
        <p:spPr>
          <a:xfrm flipH="1">
            <a:off x="8860714" y="4852249"/>
            <a:ext cx="144696" cy="144734"/>
          </a:xfrm>
          <a:custGeom>
            <a:avLst/>
            <a:gdLst/>
            <a:ahLst/>
            <a:cxnLst/>
            <a:rect l="l" t="t" r="r" b="b"/>
            <a:pathLst>
              <a:path w="3846" h="3847" extrusionOk="0">
                <a:moveTo>
                  <a:pt x="1560" y="1"/>
                </a:moveTo>
                <a:lnTo>
                  <a:pt x="1560" y="1560"/>
                </a:lnTo>
                <a:lnTo>
                  <a:pt x="0" y="1560"/>
                </a:lnTo>
                <a:lnTo>
                  <a:pt x="0" y="2287"/>
                </a:lnTo>
                <a:lnTo>
                  <a:pt x="1560" y="2287"/>
                </a:lnTo>
                <a:lnTo>
                  <a:pt x="1560" y="3846"/>
                </a:lnTo>
                <a:lnTo>
                  <a:pt x="2286" y="3846"/>
                </a:lnTo>
                <a:lnTo>
                  <a:pt x="2286" y="2287"/>
                </a:lnTo>
                <a:lnTo>
                  <a:pt x="3846" y="2287"/>
                </a:lnTo>
                <a:lnTo>
                  <a:pt x="3846" y="1560"/>
                </a:lnTo>
                <a:lnTo>
                  <a:pt x="2286" y="1560"/>
                </a:lnTo>
                <a:lnTo>
                  <a:pt x="228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3"/>
          <p:cNvSpPr/>
          <p:nvPr/>
        </p:nvSpPr>
        <p:spPr>
          <a:xfrm flipH="1">
            <a:off x="8592849" y="4849281"/>
            <a:ext cx="150399" cy="150680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3"/>
          <p:cNvGrpSpPr/>
          <p:nvPr/>
        </p:nvGrpSpPr>
        <p:grpSpPr>
          <a:xfrm rot="5400000">
            <a:off x="8687603" y="3256187"/>
            <a:ext cx="482000" cy="31137"/>
            <a:chOff x="7586971" y="1240406"/>
            <a:chExt cx="820705" cy="53017"/>
          </a:xfrm>
        </p:grpSpPr>
        <p:sp>
          <p:nvSpPr>
            <p:cNvPr id="1051" name="Google Shape;1051;p23"/>
            <p:cNvSpPr/>
            <p:nvPr/>
          </p:nvSpPr>
          <p:spPr>
            <a:xfrm>
              <a:off x="8345886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33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3"/>
            <p:cNvSpPr/>
            <p:nvPr/>
          </p:nvSpPr>
          <p:spPr>
            <a:xfrm>
              <a:off x="8156069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8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41" y="74"/>
                    <a:pt x="1038" y="1"/>
                    <a:pt x="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3"/>
            <p:cNvSpPr/>
            <p:nvPr/>
          </p:nvSpPr>
          <p:spPr>
            <a:xfrm>
              <a:off x="7966221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42" y="1"/>
                  </a:moveTo>
                  <a:cubicBezTo>
                    <a:pt x="413" y="1"/>
                    <a:pt x="1" y="332"/>
                    <a:pt x="1" y="834"/>
                  </a:cubicBezTo>
                  <a:cubicBezTo>
                    <a:pt x="1" y="1286"/>
                    <a:pt x="370" y="1655"/>
                    <a:pt x="834" y="1655"/>
                  </a:cubicBezTo>
                  <a:cubicBezTo>
                    <a:pt x="1560" y="1655"/>
                    <a:pt x="1930" y="762"/>
                    <a:pt x="1418" y="238"/>
                  </a:cubicBezTo>
                  <a:cubicBezTo>
                    <a:pt x="1250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23"/>
            <p:cNvSpPr/>
            <p:nvPr/>
          </p:nvSpPr>
          <p:spPr>
            <a:xfrm>
              <a:off x="7776404" y="1240406"/>
              <a:ext cx="62173" cy="53017"/>
            </a:xfrm>
            <a:custGeom>
              <a:avLst/>
              <a:gdLst/>
              <a:ahLst/>
              <a:cxnLst/>
              <a:rect l="l" t="t" r="r" b="b"/>
              <a:pathLst>
                <a:path w="1942" h="1656" extrusionOk="0">
                  <a:moveTo>
                    <a:pt x="842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70" y="1655"/>
                    <a:pt x="834" y="1655"/>
                  </a:cubicBezTo>
                  <a:cubicBezTo>
                    <a:pt x="1572" y="1655"/>
                    <a:pt x="1941" y="762"/>
                    <a:pt x="1417" y="238"/>
                  </a:cubicBezTo>
                  <a:cubicBezTo>
                    <a:pt x="1249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23"/>
            <p:cNvSpPr/>
            <p:nvPr/>
          </p:nvSpPr>
          <p:spPr>
            <a:xfrm>
              <a:off x="7586971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2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6" name="Google Shape;1056;p23"/>
          <p:cNvSpPr txBox="1">
            <a:spLocks noGrp="1"/>
          </p:cNvSpPr>
          <p:nvPr>
            <p:ph type="title"/>
          </p:nvPr>
        </p:nvSpPr>
        <p:spPr>
          <a:xfrm>
            <a:off x="657725" y="1546588"/>
            <a:ext cx="4628100" cy="14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057" name="Google Shape;1057;p23"/>
          <p:cNvGrpSpPr/>
          <p:nvPr/>
        </p:nvGrpSpPr>
        <p:grpSpPr>
          <a:xfrm flipH="1">
            <a:off x="8732368" y="120130"/>
            <a:ext cx="328622" cy="305322"/>
            <a:chOff x="6672" y="3464315"/>
            <a:chExt cx="279631" cy="259804"/>
          </a:xfrm>
        </p:grpSpPr>
        <p:sp>
          <p:nvSpPr>
            <p:cNvPr id="1058" name="Google Shape;1058;p23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23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3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3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23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23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23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23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23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7" name="Google Shape;1067;p23"/>
          <p:cNvSpPr/>
          <p:nvPr/>
        </p:nvSpPr>
        <p:spPr>
          <a:xfrm rot="-5400000">
            <a:off x="7894021" y="4080313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69" y="0"/>
                </a:moveTo>
                <a:lnTo>
                  <a:pt x="0" y="1893"/>
                </a:lnTo>
                <a:lnTo>
                  <a:pt x="322" y="2215"/>
                </a:lnTo>
                <a:lnTo>
                  <a:pt x="1869" y="655"/>
                </a:lnTo>
                <a:lnTo>
                  <a:pt x="3691" y="2488"/>
                </a:lnTo>
                <a:lnTo>
                  <a:pt x="5501" y="655"/>
                </a:lnTo>
                <a:lnTo>
                  <a:pt x="7322" y="2488"/>
                </a:lnTo>
                <a:lnTo>
                  <a:pt x="9144" y="655"/>
                </a:lnTo>
                <a:lnTo>
                  <a:pt x="10954" y="2488"/>
                </a:lnTo>
                <a:lnTo>
                  <a:pt x="12775" y="655"/>
                </a:lnTo>
                <a:lnTo>
                  <a:pt x="14585" y="2488"/>
                </a:lnTo>
                <a:lnTo>
                  <a:pt x="16407" y="655"/>
                </a:lnTo>
                <a:lnTo>
                  <a:pt x="17955" y="2215"/>
                </a:lnTo>
                <a:lnTo>
                  <a:pt x="18276" y="1893"/>
                </a:lnTo>
                <a:lnTo>
                  <a:pt x="16407" y="0"/>
                </a:lnTo>
                <a:lnTo>
                  <a:pt x="14585" y="1846"/>
                </a:lnTo>
                <a:lnTo>
                  <a:pt x="12775" y="0"/>
                </a:lnTo>
                <a:lnTo>
                  <a:pt x="10954" y="1846"/>
                </a:lnTo>
                <a:lnTo>
                  <a:pt x="9132" y="0"/>
                </a:lnTo>
                <a:lnTo>
                  <a:pt x="7322" y="1846"/>
                </a:lnTo>
                <a:lnTo>
                  <a:pt x="5501" y="0"/>
                </a:lnTo>
                <a:lnTo>
                  <a:pt x="3691" y="1846"/>
                </a:lnTo>
                <a:lnTo>
                  <a:pt x="18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68" name="Google Shape;1068;p23"/>
          <p:cNvGrpSpPr/>
          <p:nvPr/>
        </p:nvGrpSpPr>
        <p:grpSpPr>
          <a:xfrm rot="-5400000">
            <a:off x="1171590" y="3579399"/>
            <a:ext cx="1050225" cy="2077958"/>
            <a:chOff x="2922675" y="2551150"/>
            <a:chExt cx="424900" cy="840700"/>
          </a:xfrm>
        </p:grpSpPr>
        <p:sp>
          <p:nvSpPr>
            <p:cNvPr id="1069" name="Google Shape;1069;p23"/>
            <p:cNvSpPr/>
            <p:nvPr/>
          </p:nvSpPr>
          <p:spPr>
            <a:xfrm>
              <a:off x="2922675" y="2798800"/>
              <a:ext cx="172900" cy="345750"/>
            </a:xfrm>
            <a:custGeom>
              <a:avLst/>
              <a:gdLst/>
              <a:ahLst/>
              <a:cxnLst/>
              <a:rect l="l" t="t" r="r" b="b"/>
              <a:pathLst>
                <a:path w="6916" h="13830" extrusionOk="0">
                  <a:moveTo>
                    <a:pt x="1" y="0"/>
                  </a:moveTo>
                  <a:lnTo>
                    <a:pt x="1" y="13829"/>
                  </a:lnTo>
                  <a:cubicBezTo>
                    <a:pt x="3830" y="13829"/>
                    <a:pt x="6915" y="10730"/>
                    <a:pt x="6915" y="6915"/>
                  </a:cubicBezTo>
                  <a:cubicBezTo>
                    <a:pt x="6915" y="3099"/>
                    <a:pt x="3830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4400" cap="flat" cmpd="sng">
              <a:solidFill>
                <a:schemeClr val="lt1"/>
              </a:solidFill>
              <a:prstDash val="solid"/>
              <a:miter lim="1353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23"/>
            <p:cNvSpPr/>
            <p:nvPr/>
          </p:nvSpPr>
          <p:spPr>
            <a:xfrm>
              <a:off x="2922675" y="2551150"/>
              <a:ext cx="424900" cy="840700"/>
            </a:xfrm>
            <a:custGeom>
              <a:avLst/>
              <a:gdLst/>
              <a:ahLst/>
              <a:cxnLst/>
              <a:rect l="l" t="t" r="r" b="b"/>
              <a:pathLst>
                <a:path w="16996" h="33628" extrusionOk="0">
                  <a:moveTo>
                    <a:pt x="1" y="9040"/>
                  </a:moveTo>
                  <a:lnTo>
                    <a:pt x="1" y="9203"/>
                  </a:lnTo>
                  <a:cubicBezTo>
                    <a:pt x="4209" y="9203"/>
                    <a:pt x="7619" y="12613"/>
                    <a:pt x="7619" y="16821"/>
                  </a:cubicBezTo>
                  <a:cubicBezTo>
                    <a:pt x="7619" y="21015"/>
                    <a:pt x="4209" y="24425"/>
                    <a:pt x="1" y="24425"/>
                  </a:cubicBezTo>
                  <a:lnTo>
                    <a:pt x="1" y="24601"/>
                  </a:lnTo>
                  <a:cubicBezTo>
                    <a:pt x="4304" y="24601"/>
                    <a:pt x="7781" y="21110"/>
                    <a:pt x="7781" y="16821"/>
                  </a:cubicBezTo>
                  <a:cubicBezTo>
                    <a:pt x="7781" y="12518"/>
                    <a:pt x="4304" y="9040"/>
                    <a:pt x="1" y="9040"/>
                  </a:cubicBezTo>
                  <a:close/>
                  <a:moveTo>
                    <a:pt x="1" y="8039"/>
                  </a:moveTo>
                  <a:lnTo>
                    <a:pt x="1" y="8201"/>
                  </a:lnTo>
                  <a:cubicBezTo>
                    <a:pt x="4764" y="8201"/>
                    <a:pt x="8620" y="12058"/>
                    <a:pt x="8620" y="16821"/>
                  </a:cubicBezTo>
                  <a:cubicBezTo>
                    <a:pt x="8620" y="21570"/>
                    <a:pt x="4764" y="25440"/>
                    <a:pt x="1" y="25440"/>
                  </a:cubicBezTo>
                  <a:lnTo>
                    <a:pt x="1" y="25602"/>
                  </a:lnTo>
                  <a:cubicBezTo>
                    <a:pt x="4859" y="25602"/>
                    <a:pt x="8796" y="21665"/>
                    <a:pt x="8796" y="16821"/>
                  </a:cubicBezTo>
                  <a:cubicBezTo>
                    <a:pt x="8796" y="11963"/>
                    <a:pt x="4859" y="8039"/>
                    <a:pt x="1" y="8039"/>
                  </a:cubicBezTo>
                  <a:close/>
                  <a:moveTo>
                    <a:pt x="125" y="7024"/>
                  </a:moveTo>
                  <a:cubicBezTo>
                    <a:pt x="84" y="7024"/>
                    <a:pt x="42" y="7024"/>
                    <a:pt x="1" y="7024"/>
                  </a:cubicBezTo>
                  <a:lnTo>
                    <a:pt x="1" y="7200"/>
                  </a:lnTo>
                  <a:cubicBezTo>
                    <a:pt x="51" y="7199"/>
                    <a:pt x="100" y="7199"/>
                    <a:pt x="149" y="7199"/>
                  </a:cubicBezTo>
                  <a:cubicBezTo>
                    <a:pt x="5453" y="7199"/>
                    <a:pt x="9757" y="11499"/>
                    <a:pt x="9757" y="16821"/>
                  </a:cubicBezTo>
                  <a:cubicBezTo>
                    <a:pt x="9757" y="22138"/>
                    <a:pt x="5440" y="26442"/>
                    <a:pt x="125" y="26442"/>
                  </a:cubicBezTo>
                  <a:cubicBezTo>
                    <a:pt x="84" y="26442"/>
                    <a:pt x="42" y="26442"/>
                    <a:pt x="1" y="26441"/>
                  </a:cubicBezTo>
                  <a:lnTo>
                    <a:pt x="1" y="26604"/>
                  </a:lnTo>
                  <a:cubicBezTo>
                    <a:pt x="42" y="26604"/>
                    <a:pt x="84" y="26604"/>
                    <a:pt x="125" y="26604"/>
                  </a:cubicBezTo>
                  <a:cubicBezTo>
                    <a:pt x="5535" y="26604"/>
                    <a:pt x="9933" y="22232"/>
                    <a:pt x="9933" y="16821"/>
                  </a:cubicBezTo>
                  <a:cubicBezTo>
                    <a:pt x="9933" y="11396"/>
                    <a:pt x="5535" y="7024"/>
                    <a:pt x="125" y="7024"/>
                  </a:cubicBezTo>
                  <a:close/>
                  <a:moveTo>
                    <a:pt x="1" y="6023"/>
                  </a:moveTo>
                  <a:lnTo>
                    <a:pt x="1" y="6199"/>
                  </a:lnTo>
                  <a:cubicBezTo>
                    <a:pt x="5873" y="6199"/>
                    <a:pt x="10636" y="10948"/>
                    <a:pt x="10636" y="16821"/>
                  </a:cubicBezTo>
                  <a:cubicBezTo>
                    <a:pt x="10636" y="22680"/>
                    <a:pt x="5873" y="27443"/>
                    <a:pt x="1" y="27443"/>
                  </a:cubicBezTo>
                  <a:lnTo>
                    <a:pt x="1" y="27605"/>
                  </a:lnTo>
                  <a:cubicBezTo>
                    <a:pt x="5968" y="27605"/>
                    <a:pt x="10799" y="22774"/>
                    <a:pt x="10799" y="16821"/>
                  </a:cubicBezTo>
                  <a:cubicBezTo>
                    <a:pt x="10799" y="10854"/>
                    <a:pt x="5968" y="6023"/>
                    <a:pt x="1" y="6023"/>
                  </a:cubicBezTo>
                  <a:close/>
                  <a:moveTo>
                    <a:pt x="1" y="5022"/>
                  </a:moveTo>
                  <a:lnTo>
                    <a:pt x="1" y="5184"/>
                  </a:lnTo>
                  <a:cubicBezTo>
                    <a:pt x="6374" y="5265"/>
                    <a:pt x="11502" y="10448"/>
                    <a:pt x="11502" y="16821"/>
                  </a:cubicBezTo>
                  <a:cubicBezTo>
                    <a:pt x="11502" y="23180"/>
                    <a:pt x="6374" y="28363"/>
                    <a:pt x="1" y="28444"/>
                  </a:cubicBezTo>
                  <a:lnTo>
                    <a:pt x="1" y="28620"/>
                  </a:lnTo>
                  <a:cubicBezTo>
                    <a:pt x="6469" y="28539"/>
                    <a:pt x="11665" y="23275"/>
                    <a:pt x="11665" y="16821"/>
                  </a:cubicBezTo>
                  <a:cubicBezTo>
                    <a:pt x="11665" y="10353"/>
                    <a:pt x="6469" y="5103"/>
                    <a:pt x="1" y="5022"/>
                  </a:cubicBezTo>
                  <a:close/>
                  <a:moveTo>
                    <a:pt x="1" y="4020"/>
                  </a:moveTo>
                  <a:lnTo>
                    <a:pt x="1" y="4183"/>
                  </a:lnTo>
                  <a:cubicBezTo>
                    <a:pt x="6983" y="4183"/>
                    <a:pt x="12639" y="9839"/>
                    <a:pt x="12639" y="16821"/>
                  </a:cubicBezTo>
                  <a:cubicBezTo>
                    <a:pt x="12639" y="23789"/>
                    <a:pt x="6983" y="29445"/>
                    <a:pt x="1" y="29445"/>
                  </a:cubicBezTo>
                  <a:lnTo>
                    <a:pt x="1" y="29621"/>
                  </a:lnTo>
                  <a:cubicBezTo>
                    <a:pt x="7078" y="29621"/>
                    <a:pt x="12801" y="23884"/>
                    <a:pt x="12801" y="16821"/>
                  </a:cubicBezTo>
                  <a:cubicBezTo>
                    <a:pt x="12801" y="9744"/>
                    <a:pt x="7078" y="4020"/>
                    <a:pt x="1" y="4020"/>
                  </a:cubicBezTo>
                  <a:close/>
                  <a:moveTo>
                    <a:pt x="1" y="3019"/>
                  </a:moveTo>
                  <a:lnTo>
                    <a:pt x="1" y="3181"/>
                  </a:lnTo>
                  <a:cubicBezTo>
                    <a:pt x="7538" y="3181"/>
                    <a:pt x="13640" y="9284"/>
                    <a:pt x="13640" y="16821"/>
                  </a:cubicBezTo>
                  <a:cubicBezTo>
                    <a:pt x="13640" y="24344"/>
                    <a:pt x="7538" y="30446"/>
                    <a:pt x="1" y="30446"/>
                  </a:cubicBezTo>
                  <a:lnTo>
                    <a:pt x="1" y="30622"/>
                  </a:lnTo>
                  <a:cubicBezTo>
                    <a:pt x="7632" y="30622"/>
                    <a:pt x="13816" y="24439"/>
                    <a:pt x="13816" y="16821"/>
                  </a:cubicBezTo>
                  <a:cubicBezTo>
                    <a:pt x="13816" y="9189"/>
                    <a:pt x="7632" y="3019"/>
                    <a:pt x="1" y="3019"/>
                  </a:cubicBezTo>
                  <a:close/>
                  <a:moveTo>
                    <a:pt x="1" y="2004"/>
                  </a:moveTo>
                  <a:lnTo>
                    <a:pt x="1" y="2180"/>
                  </a:lnTo>
                  <a:cubicBezTo>
                    <a:pt x="8093" y="2180"/>
                    <a:pt x="14642" y="8729"/>
                    <a:pt x="14642" y="16821"/>
                  </a:cubicBezTo>
                  <a:cubicBezTo>
                    <a:pt x="14642" y="24899"/>
                    <a:pt x="8093" y="31461"/>
                    <a:pt x="1" y="31461"/>
                  </a:cubicBezTo>
                  <a:lnTo>
                    <a:pt x="1" y="31624"/>
                  </a:lnTo>
                  <a:cubicBezTo>
                    <a:pt x="8187" y="31624"/>
                    <a:pt x="14817" y="24993"/>
                    <a:pt x="14817" y="16821"/>
                  </a:cubicBezTo>
                  <a:cubicBezTo>
                    <a:pt x="14817" y="8634"/>
                    <a:pt x="8187" y="2004"/>
                    <a:pt x="1" y="2004"/>
                  </a:cubicBezTo>
                  <a:close/>
                  <a:moveTo>
                    <a:pt x="1" y="1003"/>
                  </a:moveTo>
                  <a:lnTo>
                    <a:pt x="1" y="1179"/>
                  </a:lnTo>
                  <a:cubicBezTo>
                    <a:pt x="8647" y="1179"/>
                    <a:pt x="15656" y="8174"/>
                    <a:pt x="15656" y="16821"/>
                  </a:cubicBezTo>
                  <a:cubicBezTo>
                    <a:pt x="15656" y="25467"/>
                    <a:pt x="8647" y="32462"/>
                    <a:pt x="1" y="32462"/>
                  </a:cubicBezTo>
                  <a:lnTo>
                    <a:pt x="1" y="32638"/>
                  </a:lnTo>
                  <a:cubicBezTo>
                    <a:pt x="8742" y="32638"/>
                    <a:pt x="15819" y="25548"/>
                    <a:pt x="15819" y="16821"/>
                  </a:cubicBezTo>
                  <a:cubicBezTo>
                    <a:pt x="15819" y="8093"/>
                    <a:pt x="8742" y="1003"/>
                    <a:pt x="1" y="1003"/>
                  </a:cubicBezTo>
                  <a:close/>
                  <a:moveTo>
                    <a:pt x="175" y="1"/>
                  </a:moveTo>
                  <a:cubicBezTo>
                    <a:pt x="117" y="1"/>
                    <a:pt x="59" y="1"/>
                    <a:pt x="1" y="2"/>
                  </a:cubicBezTo>
                  <a:lnTo>
                    <a:pt x="1" y="164"/>
                  </a:lnTo>
                  <a:cubicBezTo>
                    <a:pt x="51" y="164"/>
                    <a:pt x="101" y="163"/>
                    <a:pt x="151" y="163"/>
                  </a:cubicBezTo>
                  <a:cubicBezTo>
                    <a:pt x="9351" y="163"/>
                    <a:pt x="16820" y="7602"/>
                    <a:pt x="16820" y="16821"/>
                  </a:cubicBezTo>
                  <a:cubicBezTo>
                    <a:pt x="16820" y="26018"/>
                    <a:pt x="9364" y="33465"/>
                    <a:pt x="175" y="33465"/>
                  </a:cubicBezTo>
                  <a:cubicBezTo>
                    <a:pt x="117" y="33465"/>
                    <a:pt x="59" y="33464"/>
                    <a:pt x="1" y="33464"/>
                  </a:cubicBezTo>
                  <a:lnTo>
                    <a:pt x="1" y="33626"/>
                  </a:lnTo>
                  <a:cubicBezTo>
                    <a:pt x="59" y="33627"/>
                    <a:pt x="117" y="33627"/>
                    <a:pt x="175" y="33627"/>
                  </a:cubicBezTo>
                  <a:cubicBezTo>
                    <a:pt x="9459" y="33627"/>
                    <a:pt x="16996" y="26113"/>
                    <a:pt x="16996" y="16821"/>
                  </a:cubicBezTo>
                  <a:cubicBezTo>
                    <a:pt x="16996" y="7515"/>
                    <a:pt x="9459" y="1"/>
                    <a:pt x="1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1" name="Google Shape;1071;p23"/>
          <p:cNvSpPr/>
          <p:nvPr/>
        </p:nvSpPr>
        <p:spPr>
          <a:xfrm rot="5400000">
            <a:off x="2821912" y="4929195"/>
            <a:ext cx="124833" cy="124381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2" name="Google Shape;1072;p23"/>
          <p:cNvGrpSpPr/>
          <p:nvPr/>
        </p:nvGrpSpPr>
        <p:grpSpPr>
          <a:xfrm rot="5400000">
            <a:off x="3200027" y="4837020"/>
            <a:ext cx="189340" cy="308716"/>
            <a:chOff x="8814523" y="4301099"/>
            <a:chExt cx="181204" cy="295450"/>
          </a:xfrm>
        </p:grpSpPr>
        <p:sp>
          <p:nvSpPr>
            <p:cNvPr id="1073" name="Google Shape;1073;p2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2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2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2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2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2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9" name="Google Shape;1079;p23"/>
          <p:cNvSpPr/>
          <p:nvPr/>
        </p:nvSpPr>
        <p:spPr>
          <a:xfrm>
            <a:off x="128096" y="4333038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69" y="0"/>
                </a:moveTo>
                <a:lnTo>
                  <a:pt x="0" y="1893"/>
                </a:lnTo>
                <a:lnTo>
                  <a:pt x="322" y="2215"/>
                </a:lnTo>
                <a:lnTo>
                  <a:pt x="1869" y="655"/>
                </a:lnTo>
                <a:lnTo>
                  <a:pt x="3691" y="2488"/>
                </a:lnTo>
                <a:lnTo>
                  <a:pt x="5501" y="655"/>
                </a:lnTo>
                <a:lnTo>
                  <a:pt x="7322" y="2488"/>
                </a:lnTo>
                <a:lnTo>
                  <a:pt x="9144" y="655"/>
                </a:lnTo>
                <a:lnTo>
                  <a:pt x="10954" y="2488"/>
                </a:lnTo>
                <a:lnTo>
                  <a:pt x="12775" y="655"/>
                </a:lnTo>
                <a:lnTo>
                  <a:pt x="14585" y="2488"/>
                </a:lnTo>
                <a:lnTo>
                  <a:pt x="16407" y="655"/>
                </a:lnTo>
                <a:lnTo>
                  <a:pt x="17955" y="2215"/>
                </a:lnTo>
                <a:lnTo>
                  <a:pt x="18276" y="1893"/>
                </a:lnTo>
                <a:lnTo>
                  <a:pt x="16407" y="0"/>
                </a:lnTo>
                <a:lnTo>
                  <a:pt x="14585" y="1846"/>
                </a:lnTo>
                <a:lnTo>
                  <a:pt x="12775" y="0"/>
                </a:lnTo>
                <a:lnTo>
                  <a:pt x="10954" y="1846"/>
                </a:lnTo>
                <a:lnTo>
                  <a:pt x="9132" y="0"/>
                </a:lnTo>
                <a:lnTo>
                  <a:pt x="7322" y="1846"/>
                </a:lnTo>
                <a:lnTo>
                  <a:pt x="5501" y="0"/>
                </a:lnTo>
                <a:lnTo>
                  <a:pt x="3691" y="1846"/>
                </a:lnTo>
                <a:lnTo>
                  <a:pt x="18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23"/>
          <p:cNvSpPr/>
          <p:nvPr/>
        </p:nvSpPr>
        <p:spPr>
          <a:xfrm rot="5400000">
            <a:off x="74230" y="120120"/>
            <a:ext cx="144628" cy="144659"/>
          </a:xfrm>
          <a:custGeom>
            <a:avLst/>
            <a:gdLst/>
            <a:ahLst/>
            <a:cxnLst/>
            <a:rect l="l" t="t" r="r" b="b"/>
            <a:pathLst>
              <a:path w="4763" h="4764" extrusionOk="0">
                <a:moveTo>
                  <a:pt x="0" y="1"/>
                </a:moveTo>
                <a:lnTo>
                  <a:pt x="0" y="4763"/>
                </a:lnTo>
                <a:lnTo>
                  <a:pt x="4763" y="4763"/>
                </a:lnTo>
                <a:lnTo>
                  <a:pt x="4763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7_1_1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2" name="Google Shape;1082;p24"/>
          <p:cNvGrpSpPr/>
          <p:nvPr/>
        </p:nvGrpSpPr>
        <p:grpSpPr>
          <a:xfrm rot="-5400000">
            <a:off x="6699980" y="3137136"/>
            <a:ext cx="1820679" cy="2004808"/>
            <a:chOff x="143428" y="791782"/>
            <a:chExt cx="1170704" cy="1289100"/>
          </a:xfrm>
        </p:grpSpPr>
        <p:grpSp>
          <p:nvGrpSpPr>
            <p:cNvPr id="1083" name="Google Shape;1083;p24"/>
            <p:cNvGrpSpPr/>
            <p:nvPr/>
          </p:nvGrpSpPr>
          <p:grpSpPr>
            <a:xfrm>
              <a:off x="143428" y="855893"/>
              <a:ext cx="1165832" cy="1165529"/>
              <a:chOff x="3372319" y="4143117"/>
              <a:chExt cx="1482115" cy="1481730"/>
            </a:xfrm>
          </p:grpSpPr>
          <p:sp>
            <p:nvSpPr>
              <p:cNvPr id="1084" name="Google Shape;1084;p24"/>
              <p:cNvSpPr/>
              <p:nvPr/>
            </p:nvSpPr>
            <p:spPr>
              <a:xfrm>
                <a:off x="3372319" y="4143117"/>
                <a:ext cx="1482115" cy="1481730"/>
              </a:xfrm>
              <a:custGeom>
                <a:avLst/>
                <a:gdLst/>
                <a:ahLst/>
                <a:cxnLst/>
                <a:rect l="l" t="t" r="r" b="b"/>
                <a:pathLst>
                  <a:path w="46197" h="46185" extrusionOk="0">
                    <a:moveTo>
                      <a:pt x="23099" y="191"/>
                    </a:moveTo>
                    <a:cubicBezTo>
                      <a:pt x="35719" y="191"/>
                      <a:pt x="45994" y="10466"/>
                      <a:pt x="45994" y="23087"/>
                    </a:cubicBezTo>
                    <a:cubicBezTo>
                      <a:pt x="45994" y="35719"/>
                      <a:pt x="35719" y="45994"/>
                      <a:pt x="23099" y="45994"/>
                    </a:cubicBezTo>
                    <a:cubicBezTo>
                      <a:pt x="10466" y="45994"/>
                      <a:pt x="203" y="35719"/>
                      <a:pt x="203" y="23087"/>
                    </a:cubicBezTo>
                    <a:cubicBezTo>
                      <a:pt x="203" y="10466"/>
                      <a:pt x="10466" y="191"/>
                      <a:pt x="23099" y="191"/>
                    </a:cubicBezTo>
                    <a:close/>
                    <a:moveTo>
                      <a:pt x="23099" y="0"/>
                    </a:moveTo>
                    <a:cubicBezTo>
                      <a:pt x="10359" y="0"/>
                      <a:pt x="0" y="10359"/>
                      <a:pt x="0" y="23087"/>
                    </a:cubicBezTo>
                    <a:cubicBezTo>
                      <a:pt x="0" y="35826"/>
                      <a:pt x="10359" y="46185"/>
                      <a:pt x="23099" y="46185"/>
                    </a:cubicBezTo>
                    <a:cubicBezTo>
                      <a:pt x="35826" y="46185"/>
                      <a:pt x="46197" y="35826"/>
                      <a:pt x="46197" y="23087"/>
                    </a:cubicBezTo>
                    <a:cubicBezTo>
                      <a:pt x="46197" y="10359"/>
                      <a:pt x="35838" y="0"/>
                      <a:pt x="230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3416240" y="4187038"/>
                <a:ext cx="1394273" cy="1393888"/>
              </a:xfrm>
              <a:custGeom>
                <a:avLst/>
                <a:gdLst/>
                <a:ahLst/>
                <a:cxnLst/>
                <a:rect l="l" t="t" r="r" b="b"/>
                <a:pathLst>
                  <a:path w="43459" h="43447" extrusionOk="0">
                    <a:moveTo>
                      <a:pt x="21730" y="191"/>
                    </a:moveTo>
                    <a:cubicBezTo>
                      <a:pt x="33600" y="191"/>
                      <a:pt x="43256" y="9847"/>
                      <a:pt x="43256" y="21718"/>
                    </a:cubicBezTo>
                    <a:cubicBezTo>
                      <a:pt x="43256" y="33600"/>
                      <a:pt x="33600" y="43256"/>
                      <a:pt x="21730" y="43256"/>
                    </a:cubicBezTo>
                    <a:cubicBezTo>
                      <a:pt x="9859" y="43256"/>
                      <a:pt x="203" y="33600"/>
                      <a:pt x="203" y="21718"/>
                    </a:cubicBezTo>
                    <a:cubicBezTo>
                      <a:pt x="203" y="9847"/>
                      <a:pt x="9859" y="191"/>
                      <a:pt x="21730" y="191"/>
                    </a:cubicBezTo>
                    <a:close/>
                    <a:moveTo>
                      <a:pt x="21730" y="1"/>
                    </a:moveTo>
                    <a:cubicBezTo>
                      <a:pt x="9752" y="1"/>
                      <a:pt x="1" y="9740"/>
                      <a:pt x="1" y="21718"/>
                    </a:cubicBezTo>
                    <a:cubicBezTo>
                      <a:pt x="1" y="33707"/>
                      <a:pt x="9752" y="43446"/>
                      <a:pt x="21730" y="43446"/>
                    </a:cubicBezTo>
                    <a:cubicBezTo>
                      <a:pt x="33707" y="43446"/>
                      <a:pt x="43459" y="33707"/>
                      <a:pt x="43459" y="21718"/>
                    </a:cubicBezTo>
                    <a:cubicBezTo>
                      <a:pt x="43459" y="9740"/>
                      <a:pt x="33707" y="1"/>
                      <a:pt x="2173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3460161" y="4230959"/>
                <a:ext cx="1306431" cy="1306046"/>
              </a:xfrm>
              <a:custGeom>
                <a:avLst/>
                <a:gdLst/>
                <a:ahLst/>
                <a:cxnLst/>
                <a:rect l="l" t="t" r="r" b="b"/>
                <a:pathLst>
                  <a:path w="40721" h="40709" extrusionOk="0">
                    <a:moveTo>
                      <a:pt x="20361" y="191"/>
                    </a:moveTo>
                    <a:cubicBezTo>
                      <a:pt x="31481" y="191"/>
                      <a:pt x="40518" y="9240"/>
                      <a:pt x="40518" y="20361"/>
                    </a:cubicBezTo>
                    <a:cubicBezTo>
                      <a:pt x="40518" y="31469"/>
                      <a:pt x="31481" y="40518"/>
                      <a:pt x="20361" y="40518"/>
                    </a:cubicBezTo>
                    <a:cubicBezTo>
                      <a:pt x="9240" y="40518"/>
                      <a:pt x="203" y="31469"/>
                      <a:pt x="203" y="20361"/>
                    </a:cubicBezTo>
                    <a:cubicBezTo>
                      <a:pt x="203" y="9240"/>
                      <a:pt x="9240" y="191"/>
                      <a:pt x="20361" y="191"/>
                    </a:cubicBezTo>
                    <a:close/>
                    <a:moveTo>
                      <a:pt x="20361" y="1"/>
                    </a:moveTo>
                    <a:cubicBezTo>
                      <a:pt x="9133" y="1"/>
                      <a:pt x="1" y="9121"/>
                      <a:pt x="1" y="20349"/>
                    </a:cubicBezTo>
                    <a:cubicBezTo>
                      <a:pt x="1" y="31576"/>
                      <a:pt x="9133" y="40708"/>
                      <a:pt x="20361" y="40708"/>
                    </a:cubicBezTo>
                    <a:cubicBezTo>
                      <a:pt x="31588" y="40708"/>
                      <a:pt x="40720" y="31576"/>
                      <a:pt x="40720" y="20349"/>
                    </a:cubicBezTo>
                    <a:cubicBezTo>
                      <a:pt x="40720" y="9133"/>
                      <a:pt x="31588" y="1"/>
                      <a:pt x="203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3455958" y="4274751"/>
                <a:ext cx="1266713" cy="1218686"/>
              </a:xfrm>
              <a:custGeom>
                <a:avLst/>
                <a:gdLst/>
                <a:ahLst/>
                <a:cxnLst/>
                <a:rect l="l" t="t" r="r" b="b"/>
                <a:pathLst>
                  <a:path w="39483" h="37986" extrusionOk="0">
                    <a:moveTo>
                      <a:pt x="20492" y="196"/>
                    </a:moveTo>
                    <a:cubicBezTo>
                      <a:pt x="30862" y="208"/>
                      <a:pt x="39268" y="8613"/>
                      <a:pt x="39280" y="18984"/>
                    </a:cubicBezTo>
                    <a:cubicBezTo>
                      <a:pt x="39280" y="26592"/>
                      <a:pt x="34708" y="33438"/>
                      <a:pt x="27683" y="36355"/>
                    </a:cubicBezTo>
                    <a:cubicBezTo>
                      <a:pt x="25358" y="37316"/>
                      <a:pt x="22916" y="37784"/>
                      <a:pt x="20496" y="37784"/>
                    </a:cubicBezTo>
                    <a:cubicBezTo>
                      <a:pt x="15604" y="37784"/>
                      <a:pt x="10797" y="35875"/>
                      <a:pt x="7204" y="32283"/>
                    </a:cubicBezTo>
                    <a:cubicBezTo>
                      <a:pt x="1823" y="26901"/>
                      <a:pt x="215" y="18817"/>
                      <a:pt x="3132" y="11792"/>
                    </a:cubicBezTo>
                    <a:cubicBezTo>
                      <a:pt x="6037" y="4779"/>
                      <a:pt x="12884" y="196"/>
                      <a:pt x="20492" y="196"/>
                    </a:cubicBezTo>
                    <a:close/>
                    <a:moveTo>
                      <a:pt x="20497" y="0"/>
                    </a:moveTo>
                    <a:cubicBezTo>
                      <a:pt x="15553" y="0"/>
                      <a:pt x="10694" y="1932"/>
                      <a:pt x="7061" y="5565"/>
                    </a:cubicBezTo>
                    <a:cubicBezTo>
                      <a:pt x="1632" y="10995"/>
                      <a:pt x="1" y="19162"/>
                      <a:pt x="2942" y="26258"/>
                    </a:cubicBezTo>
                    <a:cubicBezTo>
                      <a:pt x="5883" y="33354"/>
                      <a:pt x="12812" y="37986"/>
                      <a:pt x="20492" y="37986"/>
                    </a:cubicBezTo>
                    <a:cubicBezTo>
                      <a:pt x="30969" y="37962"/>
                      <a:pt x="39470" y="29473"/>
                      <a:pt x="39482" y="18996"/>
                    </a:cubicBezTo>
                    <a:cubicBezTo>
                      <a:pt x="39482" y="11304"/>
                      <a:pt x="34851" y="4387"/>
                      <a:pt x="27754" y="1446"/>
                    </a:cubicBezTo>
                    <a:cubicBezTo>
                      <a:pt x="25406" y="473"/>
                      <a:pt x="22941" y="0"/>
                      <a:pt x="204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3503344" y="4318608"/>
                <a:ext cx="1175374" cy="1130908"/>
              </a:xfrm>
              <a:custGeom>
                <a:avLst/>
                <a:gdLst/>
                <a:ahLst/>
                <a:cxnLst/>
                <a:rect l="l" t="t" r="r" b="b"/>
                <a:pathLst>
                  <a:path w="36636" h="35250" extrusionOk="0">
                    <a:moveTo>
                      <a:pt x="19015" y="198"/>
                    </a:moveTo>
                    <a:cubicBezTo>
                      <a:pt x="28635" y="210"/>
                      <a:pt x="36433" y="8008"/>
                      <a:pt x="36433" y="17617"/>
                    </a:cubicBezTo>
                    <a:cubicBezTo>
                      <a:pt x="36433" y="24665"/>
                      <a:pt x="32195" y="31023"/>
                      <a:pt x="25682" y="33726"/>
                    </a:cubicBezTo>
                    <a:cubicBezTo>
                      <a:pt x="23528" y="34616"/>
                      <a:pt x="21266" y="35049"/>
                      <a:pt x="19024" y="35049"/>
                    </a:cubicBezTo>
                    <a:cubicBezTo>
                      <a:pt x="14488" y="35049"/>
                      <a:pt x="10030" y="33278"/>
                      <a:pt x="6692" y="29940"/>
                    </a:cubicBezTo>
                    <a:cubicBezTo>
                      <a:pt x="1703" y="24963"/>
                      <a:pt x="215" y="17462"/>
                      <a:pt x="2917" y="10949"/>
                    </a:cubicBezTo>
                    <a:cubicBezTo>
                      <a:pt x="5608" y="4436"/>
                      <a:pt x="11966" y="198"/>
                      <a:pt x="19015" y="198"/>
                    </a:cubicBezTo>
                    <a:close/>
                    <a:moveTo>
                      <a:pt x="19021" y="1"/>
                    </a:moveTo>
                    <a:cubicBezTo>
                      <a:pt x="14435" y="1"/>
                      <a:pt x="9927" y="1793"/>
                      <a:pt x="6549" y="5163"/>
                    </a:cubicBezTo>
                    <a:cubicBezTo>
                      <a:pt x="1512" y="10199"/>
                      <a:pt x="0" y="17783"/>
                      <a:pt x="2727" y="24367"/>
                    </a:cubicBezTo>
                    <a:cubicBezTo>
                      <a:pt x="5465" y="30952"/>
                      <a:pt x="11883" y="35250"/>
                      <a:pt x="19015" y="35250"/>
                    </a:cubicBezTo>
                    <a:cubicBezTo>
                      <a:pt x="28742" y="35238"/>
                      <a:pt x="36624" y="27356"/>
                      <a:pt x="36636" y="17617"/>
                    </a:cubicBezTo>
                    <a:cubicBezTo>
                      <a:pt x="36636" y="10497"/>
                      <a:pt x="32338" y="4067"/>
                      <a:pt x="25754" y="1341"/>
                    </a:cubicBezTo>
                    <a:cubicBezTo>
                      <a:pt x="23575" y="439"/>
                      <a:pt x="21289" y="1"/>
                      <a:pt x="190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3550698" y="4362497"/>
                <a:ext cx="1084100" cy="1043098"/>
              </a:xfrm>
              <a:custGeom>
                <a:avLst/>
                <a:gdLst/>
                <a:ahLst/>
                <a:cxnLst/>
                <a:rect l="l" t="t" r="r" b="b"/>
                <a:pathLst>
                  <a:path w="33791" h="32513" extrusionOk="0">
                    <a:moveTo>
                      <a:pt x="17539" y="199"/>
                    </a:moveTo>
                    <a:cubicBezTo>
                      <a:pt x="26397" y="211"/>
                      <a:pt x="33588" y="7390"/>
                      <a:pt x="33588" y="16249"/>
                    </a:cubicBezTo>
                    <a:cubicBezTo>
                      <a:pt x="33588" y="22749"/>
                      <a:pt x="29683" y="28607"/>
                      <a:pt x="23682" y="31084"/>
                    </a:cubicBezTo>
                    <a:cubicBezTo>
                      <a:pt x="21693" y="31909"/>
                      <a:pt x="19604" y="32310"/>
                      <a:pt x="17533" y="32310"/>
                    </a:cubicBezTo>
                    <a:cubicBezTo>
                      <a:pt x="13357" y="32310"/>
                      <a:pt x="9252" y="30679"/>
                      <a:pt x="6180" y="27607"/>
                    </a:cubicBezTo>
                    <a:cubicBezTo>
                      <a:pt x="1596" y="23011"/>
                      <a:pt x="215" y="16106"/>
                      <a:pt x="2703" y="10105"/>
                    </a:cubicBezTo>
                    <a:cubicBezTo>
                      <a:pt x="5192" y="4104"/>
                      <a:pt x="11038" y="199"/>
                      <a:pt x="17539" y="199"/>
                    </a:cubicBezTo>
                    <a:close/>
                    <a:moveTo>
                      <a:pt x="17544" y="0"/>
                    </a:moveTo>
                    <a:cubicBezTo>
                      <a:pt x="13314" y="0"/>
                      <a:pt x="9156" y="1652"/>
                      <a:pt x="6049" y="4759"/>
                    </a:cubicBezTo>
                    <a:cubicBezTo>
                      <a:pt x="1394" y="9414"/>
                      <a:pt x="1" y="16403"/>
                      <a:pt x="2525" y="22476"/>
                    </a:cubicBezTo>
                    <a:cubicBezTo>
                      <a:pt x="5037" y="28548"/>
                      <a:pt x="10966" y="32513"/>
                      <a:pt x="17539" y="32513"/>
                    </a:cubicBezTo>
                    <a:cubicBezTo>
                      <a:pt x="26516" y="32501"/>
                      <a:pt x="33779" y="25226"/>
                      <a:pt x="33791" y="16249"/>
                    </a:cubicBezTo>
                    <a:cubicBezTo>
                      <a:pt x="33791" y="9676"/>
                      <a:pt x="29826" y="3747"/>
                      <a:pt x="23754" y="1235"/>
                    </a:cubicBezTo>
                    <a:cubicBezTo>
                      <a:pt x="21745" y="404"/>
                      <a:pt x="19636" y="0"/>
                      <a:pt x="17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3598084" y="4406354"/>
                <a:ext cx="992793" cy="955321"/>
              </a:xfrm>
              <a:custGeom>
                <a:avLst/>
                <a:gdLst/>
                <a:ahLst/>
                <a:cxnLst/>
                <a:rect l="l" t="t" r="r" b="b"/>
                <a:pathLst>
                  <a:path w="30945" h="29777" extrusionOk="0">
                    <a:moveTo>
                      <a:pt x="16062" y="201"/>
                    </a:moveTo>
                    <a:cubicBezTo>
                      <a:pt x="24170" y="213"/>
                      <a:pt x="30742" y="6773"/>
                      <a:pt x="30754" y="14894"/>
                    </a:cubicBezTo>
                    <a:cubicBezTo>
                      <a:pt x="30754" y="20835"/>
                      <a:pt x="27170" y="26181"/>
                      <a:pt x="21681" y="28455"/>
                    </a:cubicBezTo>
                    <a:cubicBezTo>
                      <a:pt x="19862" y="29209"/>
                      <a:pt x="17950" y="29575"/>
                      <a:pt x="16055" y="29575"/>
                    </a:cubicBezTo>
                    <a:cubicBezTo>
                      <a:pt x="12235" y="29575"/>
                      <a:pt x="8481" y="28085"/>
                      <a:pt x="5679" y="25276"/>
                    </a:cubicBezTo>
                    <a:cubicBezTo>
                      <a:pt x="1476" y="21073"/>
                      <a:pt x="214" y="14751"/>
                      <a:pt x="2488" y="9262"/>
                    </a:cubicBezTo>
                    <a:cubicBezTo>
                      <a:pt x="4763" y="3773"/>
                      <a:pt x="10120" y="201"/>
                      <a:pt x="16062" y="201"/>
                    </a:cubicBezTo>
                    <a:close/>
                    <a:moveTo>
                      <a:pt x="16066" y="1"/>
                    </a:moveTo>
                    <a:cubicBezTo>
                      <a:pt x="12191" y="1"/>
                      <a:pt x="8381" y="1512"/>
                      <a:pt x="5536" y="4357"/>
                    </a:cubicBezTo>
                    <a:cubicBezTo>
                      <a:pt x="1274" y="8619"/>
                      <a:pt x="0" y="15024"/>
                      <a:pt x="2310" y="20585"/>
                    </a:cubicBezTo>
                    <a:cubicBezTo>
                      <a:pt x="4608" y="26145"/>
                      <a:pt x="10037" y="29776"/>
                      <a:pt x="16062" y="29776"/>
                    </a:cubicBezTo>
                    <a:cubicBezTo>
                      <a:pt x="24277" y="29764"/>
                      <a:pt x="30933" y="23109"/>
                      <a:pt x="30944" y="14882"/>
                    </a:cubicBezTo>
                    <a:cubicBezTo>
                      <a:pt x="30944" y="8869"/>
                      <a:pt x="27325" y="3440"/>
                      <a:pt x="21753" y="1130"/>
                    </a:cubicBezTo>
                    <a:cubicBezTo>
                      <a:pt x="19914" y="370"/>
                      <a:pt x="17982" y="1"/>
                      <a:pt x="1606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3645437" y="4450339"/>
                <a:ext cx="901518" cy="867415"/>
              </a:xfrm>
              <a:custGeom>
                <a:avLst/>
                <a:gdLst/>
                <a:ahLst/>
                <a:cxnLst/>
                <a:rect l="l" t="t" r="r" b="b"/>
                <a:pathLst>
                  <a:path w="28100" h="27037" extrusionOk="0">
                    <a:moveTo>
                      <a:pt x="14586" y="199"/>
                    </a:moveTo>
                    <a:cubicBezTo>
                      <a:pt x="21944" y="199"/>
                      <a:pt x="27897" y="6164"/>
                      <a:pt x="27909" y="13523"/>
                    </a:cubicBezTo>
                    <a:cubicBezTo>
                      <a:pt x="27909" y="18904"/>
                      <a:pt x="24658" y="23762"/>
                      <a:pt x="19681" y="25822"/>
                    </a:cubicBezTo>
                    <a:cubicBezTo>
                      <a:pt x="18031" y="26505"/>
                      <a:pt x="16299" y="26837"/>
                      <a:pt x="14581" y="26837"/>
                    </a:cubicBezTo>
                    <a:cubicBezTo>
                      <a:pt x="11118" y="26837"/>
                      <a:pt x="7714" y="25487"/>
                      <a:pt x="5168" y="22940"/>
                    </a:cubicBezTo>
                    <a:cubicBezTo>
                      <a:pt x="1358" y="19130"/>
                      <a:pt x="215" y="13392"/>
                      <a:pt x="2275" y="8415"/>
                    </a:cubicBezTo>
                    <a:cubicBezTo>
                      <a:pt x="4334" y="3438"/>
                      <a:pt x="9192" y="199"/>
                      <a:pt x="14586" y="199"/>
                    </a:cubicBezTo>
                    <a:close/>
                    <a:moveTo>
                      <a:pt x="14581" y="1"/>
                    </a:moveTo>
                    <a:cubicBezTo>
                      <a:pt x="11067" y="1"/>
                      <a:pt x="7612" y="1375"/>
                      <a:pt x="5025" y="3962"/>
                    </a:cubicBezTo>
                    <a:cubicBezTo>
                      <a:pt x="1155" y="7819"/>
                      <a:pt x="0" y="13642"/>
                      <a:pt x="2096" y="18690"/>
                    </a:cubicBezTo>
                    <a:cubicBezTo>
                      <a:pt x="4191" y="23738"/>
                      <a:pt x="9121" y="27036"/>
                      <a:pt x="14586" y="27036"/>
                    </a:cubicBezTo>
                    <a:cubicBezTo>
                      <a:pt x="22051" y="27024"/>
                      <a:pt x="28099" y="20976"/>
                      <a:pt x="28099" y="13523"/>
                    </a:cubicBezTo>
                    <a:cubicBezTo>
                      <a:pt x="28099" y="8046"/>
                      <a:pt x="24813" y="3116"/>
                      <a:pt x="19753" y="1033"/>
                    </a:cubicBezTo>
                    <a:cubicBezTo>
                      <a:pt x="18080" y="338"/>
                      <a:pt x="16323" y="1"/>
                      <a:pt x="145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3692791" y="4494228"/>
                <a:ext cx="810211" cy="779573"/>
              </a:xfrm>
              <a:custGeom>
                <a:avLst/>
                <a:gdLst/>
                <a:ahLst/>
                <a:cxnLst/>
                <a:rect l="l" t="t" r="r" b="b"/>
                <a:pathLst>
                  <a:path w="25254" h="24299" extrusionOk="0">
                    <a:moveTo>
                      <a:pt x="13110" y="201"/>
                    </a:moveTo>
                    <a:cubicBezTo>
                      <a:pt x="19706" y="201"/>
                      <a:pt x="25052" y="5547"/>
                      <a:pt x="25063" y="12155"/>
                    </a:cubicBezTo>
                    <a:cubicBezTo>
                      <a:pt x="25063" y="16988"/>
                      <a:pt x="22146" y="21346"/>
                      <a:pt x="17682" y="23192"/>
                    </a:cubicBezTo>
                    <a:cubicBezTo>
                      <a:pt x="16202" y="23803"/>
                      <a:pt x="14648" y="24101"/>
                      <a:pt x="13107" y="24101"/>
                    </a:cubicBezTo>
                    <a:cubicBezTo>
                      <a:pt x="9997" y="24101"/>
                      <a:pt x="6941" y="22889"/>
                      <a:pt x="4656" y="20596"/>
                    </a:cubicBezTo>
                    <a:cubicBezTo>
                      <a:pt x="1239" y="17179"/>
                      <a:pt x="215" y="12035"/>
                      <a:pt x="2061" y="7571"/>
                    </a:cubicBezTo>
                    <a:cubicBezTo>
                      <a:pt x="3918" y="3106"/>
                      <a:pt x="8276" y="201"/>
                      <a:pt x="13110" y="201"/>
                    </a:cubicBezTo>
                    <a:close/>
                    <a:moveTo>
                      <a:pt x="13108" y="0"/>
                    </a:moveTo>
                    <a:cubicBezTo>
                      <a:pt x="9944" y="0"/>
                      <a:pt x="6838" y="1234"/>
                      <a:pt x="4513" y="3558"/>
                    </a:cubicBezTo>
                    <a:cubicBezTo>
                      <a:pt x="1049" y="7035"/>
                      <a:pt x="1" y="12262"/>
                      <a:pt x="1882" y="16798"/>
                    </a:cubicBezTo>
                    <a:cubicBezTo>
                      <a:pt x="3763" y="21334"/>
                      <a:pt x="8192" y="24299"/>
                      <a:pt x="13110" y="24299"/>
                    </a:cubicBezTo>
                    <a:cubicBezTo>
                      <a:pt x="19813" y="24287"/>
                      <a:pt x="25254" y="18858"/>
                      <a:pt x="25254" y="12155"/>
                    </a:cubicBezTo>
                    <a:cubicBezTo>
                      <a:pt x="25254" y="7237"/>
                      <a:pt x="22301" y="2808"/>
                      <a:pt x="17765" y="927"/>
                    </a:cubicBezTo>
                    <a:cubicBezTo>
                      <a:pt x="16258" y="304"/>
                      <a:pt x="14676" y="0"/>
                      <a:pt x="131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3740177" y="4538084"/>
                <a:ext cx="719290" cy="691795"/>
              </a:xfrm>
              <a:custGeom>
                <a:avLst/>
                <a:gdLst/>
                <a:ahLst/>
                <a:cxnLst/>
                <a:rect l="l" t="t" r="r" b="b"/>
                <a:pathLst>
                  <a:path w="22420" h="21563" extrusionOk="0">
                    <a:moveTo>
                      <a:pt x="11633" y="191"/>
                    </a:moveTo>
                    <a:cubicBezTo>
                      <a:pt x="17479" y="203"/>
                      <a:pt x="22205" y="4942"/>
                      <a:pt x="22217" y="10776"/>
                    </a:cubicBezTo>
                    <a:cubicBezTo>
                      <a:pt x="22217" y="15062"/>
                      <a:pt x="19634" y="18919"/>
                      <a:pt x="15681" y="20563"/>
                    </a:cubicBezTo>
                    <a:cubicBezTo>
                      <a:pt x="14374" y="21102"/>
                      <a:pt x="13002" y="21364"/>
                      <a:pt x="11642" y="21364"/>
                    </a:cubicBezTo>
                    <a:cubicBezTo>
                      <a:pt x="8886" y="21364"/>
                      <a:pt x="6176" y="20289"/>
                      <a:pt x="4144" y="18265"/>
                    </a:cubicBezTo>
                    <a:cubicBezTo>
                      <a:pt x="1119" y="15240"/>
                      <a:pt x="215" y="10692"/>
                      <a:pt x="1858" y="6728"/>
                    </a:cubicBezTo>
                    <a:cubicBezTo>
                      <a:pt x="3489" y="2775"/>
                      <a:pt x="7346" y="191"/>
                      <a:pt x="11633" y="191"/>
                    </a:cubicBezTo>
                    <a:close/>
                    <a:moveTo>
                      <a:pt x="11626" y="1"/>
                    </a:moveTo>
                    <a:cubicBezTo>
                      <a:pt x="8821" y="1"/>
                      <a:pt x="6062" y="1094"/>
                      <a:pt x="4001" y="3156"/>
                    </a:cubicBezTo>
                    <a:cubicBezTo>
                      <a:pt x="917" y="6239"/>
                      <a:pt x="0" y="10883"/>
                      <a:pt x="1667" y="14907"/>
                    </a:cubicBezTo>
                    <a:cubicBezTo>
                      <a:pt x="3334" y="18943"/>
                      <a:pt x="7275" y="21563"/>
                      <a:pt x="11633" y="21563"/>
                    </a:cubicBezTo>
                    <a:cubicBezTo>
                      <a:pt x="17586" y="21563"/>
                      <a:pt x="22408" y="16729"/>
                      <a:pt x="22420" y="10788"/>
                    </a:cubicBezTo>
                    <a:cubicBezTo>
                      <a:pt x="22420" y="6418"/>
                      <a:pt x="19788" y="2489"/>
                      <a:pt x="15752" y="822"/>
                    </a:cubicBezTo>
                    <a:cubicBezTo>
                      <a:pt x="14418" y="270"/>
                      <a:pt x="13017" y="1"/>
                      <a:pt x="116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3787531" y="4581973"/>
                <a:ext cx="628015" cy="603985"/>
              </a:xfrm>
              <a:custGeom>
                <a:avLst/>
                <a:gdLst/>
                <a:ahLst/>
                <a:cxnLst/>
                <a:rect l="l" t="t" r="r" b="b"/>
                <a:pathLst>
                  <a:path w="19575" h="18826" extrusionOk="0">
                    <a:moveTo>
                      <a:pt x="10157" y="192"/>
                    </a:moveTo>
                    <a:cubicBezTo>
                      <a:pt x="15241" y="204"/>
                      <a:pt x="19372" y="4324"/>
                      <a:pt x="19372" y="9408"/>
                    </a:cubicBezTo>
                    <a:cubicBezTo>
                      <a:pt x="19372" y="13146"/>
                      <a:pt x="17122" y="16504"/>
                      <a:pt x="13681" y="17932"/>
                    </a:cubicBezTo>
                    <a:cubicBezTo>
                      <a:pt x="12544" y="18405"/>
                      <a:pt x="11349" y="18634"/>
                      <a:pt x="10164" y="18634"/>
                    </a:cubicBezTo>
                    <a:cubicBezTo>
                      <a:pt x="7764" y="18634"/>
                      <a:pt x="5402" y="17694"/>
                      <a:pt x="3632" y="15932"/>
                    </a:cubicBezTo>
                    <a:cubicBezTo>
                      <a:pt x="1001" y="13289"/>
                      <a:pt x="215" y="9336"/>
                      <a:pt x="1644" y="5883"/>
                    </a:cubicBezTo>
                    <a:cubicBezTo>
                      <a:pt x="3060" y="2442"/>
                      <a:pt x="6430" y="192"/>
                      <a:pt x="10157" y="192"/>
                    </a:cubicBezTo>
                    <a:close/>
                    <a:moveTo>
                      <a:pt x="10152" y="0"/>
                    </a:moveTo>
                    <a:cubicBezTo>
                      <a:pt x="7705" y="0"/>
                      <a:pt x="5300" y="953"/>
                      <a:pt x="3501" y="2752"/>
                    </a:cubicBezTo>
                    <a:cubicBezTo>
                      <a:pt x="810" y="5455"/>
                      <a:pt x="1" y="9503"/>
                      <a:pt x="1453" y="13015"/>
                    </a:cubicBezTo>
                    <a:cubicBezTo>
                      <a:pt x="2918" y="16539"/>
                      <a:pt x="6347" y="18825"/>
                      <a:pt x="10157" y="18825"/>
                    </a:cubicBezTo>
                    <a:cubicBezTo>
                      <a:pt x="15348" y="18825"/>
                      <a:pt x="19563" y="14611"/>
                      <a:pt x="19574" y="9408"/>
                    </a:cubicBezTo>
                    <a:cubicBezTo>
                      <a:pt x="19574" y="5610"/>
                      <a:pt x="17277" y="2169"/>
                      <a:pt x="13752" y="716"/>
                    </a:cubicBezTo>
                    <a:cubicBezTo>
                      <a:pt x="12588" y="235"/>
                      <a:pt x="11365" y="0"/>
                      <a:pt x="101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3834885" y="4625862"/>
                <a:ext cx="536740" cy="516175"/>
              </a:xfrm>
              <a:custGeom>
                <a:avLst/>
                <a:gdLst/>
                <a:ahLst/>
                <a:cxnLst/>
                <a:rect l="l" t="t" r="r" b="b"/>
                <a:pathLst>
                  <a:path w="16730" h="16089" extrusionOk="0">
                    <a:moveTo>
                      <a:pt x="8681" y="193"/>
                    </a:moveTo>
                    <a:cubicBezTo>
                      <a:pt x="13014" y="205"/>
                      <a:pt x="16527" y="3718"/>
                      <a:pt x="16527" y="8052"/>
                    </a:cubicBezTo>
                    <a:cubicBezTo>
                      <a:pt x="16527" y="11219"/>
                      <a:pt x="14622" y="14088"/>
                      <a:pt x="11681" y="15302"/>
                    </a:cubicBezTo>
                    <a:cubicBezTo>
                      <a:pt x="10713" y="15704"/>
                      <a:pt x="9696" y="15898"/>
                      <a:pt x="8688" y="15898"/>
                    </a:cubicBezTo>
                    <a:cubicBezTo>
                      <a:pt x="6643" y="15898"/>
                      <a:pt x="4631" y="15099"/>
                      <a:pt x="3132" y="13600"/>
                    </a:cubicBezTo>
                    <a:cubicBezTo>
                      <a:pt x="882" y="11350"/>
                      <a:pt x="215" y="7980"/>
                      <a:pt x="1430" y="5039"/>
                    </a:cubicBezTo>
                    <a:cubicBezTo>
                      <a:pt x="2644" y="2110"/>
                      <a:pt x="5502" y="193"/>
                      <a:pt x="8681" y="193"/>
                    </a:cubicBezTo>
                    <a:close/>
                    <a:moveTo>
                      <a:pt x="8678" y="0"/>
                    </a:moveTo>
                    <a:cubicBezTo>
                      <a:pt x="6585" y="0"/>
                      <a:pt x="4526" y="815"/>
                      <a:pt x="2989" y="2360"/>
                    </a:cubicBezTo>
                    <a:cubicBezTo>
                      <a:pt x="692" y="4658"/>
                      <a:pt x="1" y="8123"/>
                      <a:pt x="1251" y="11123"/>
                    </a:cubicBezTo>
                    <a:cubicBezTo>
                      <a:pt x="2489" y="14136"/>
                      <a:pt x="5430" y="16088"/>
                      <a:pt x="8681" y="16088"/>
                    </a:cubicBezTo>
                    <a:cubicBezTo>
                      <a:pt x="13122" y="16088"/>
                      <a:pt x="16717" y="12493"/>
                      <a:pt x="16729" y="8052"/>
                    </a:cubicBezTo>
                    <a:cubicBezTo>
                      <a:pt x="16729" y="4789"/>
                      <a:pt x="14765" y="1860"/>
                      <a:pt x="11752" y="610"/>
                    </a:cubicBezTo>
                    <a:cubicBezTo>
                      <a:pt x="10759" y="200"/>
                      <a:pt x="9714" y="0"/>
                      <a:pt x="86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3882270" y="4669558"/>
                <a:ext cx="445401" cy="428558"/>
              </a:xfrm>
              <a:custGeom>
                <a:avLst/>
                <a:gdLst/>
                <a:ahLst/>
                <a:cxnLst/>
                <a:rect l="l" t="t" r="r" b="b"/>
                <a:pathLst>
                  <a:path w="13883" h="13358" extrusionOk="0">
                    <a:moveTo>
                      <a:pt x="7204" y="201"/>
                    </a:moveTo>
                    <a:cubicBezTo>
                      <a:pt x="10775" y="201"/>
                      <a:pt x="13681" y="3106"/>
                      <a:pt x="13681" y="6690"/>
                    </a:cubicBezTo>
                    <a:cubicBezTo>
                      <a:pt x="13681" y="9309"/>
                      <a:pt x="12109" y="11666"/>
                      <a:pt x="9680" y="12666"/>
                    </a:cubicBezTo>
                    <a:cubicBezTo>
                      <a:pt x="8879" y="13002"/>
                      <a:pt x="8037" y="13165"/>
                      <a:pt x="7202" y="13165"/>
                    </a:cubicBezTo>
                    <a:cubicBezTo>
                      <a:pt x="5518" y="13165"/>
                      <a:pt x="3861" y="12503"/>
                      <a:pt x="2620" y="11262"/>
                    </a:cubicBezTo>
                    <a:cubicBezTo>
                      <a:pt x="762" y="9416"/>
                      <a:pt x="215" y="6630"/>
                      <a:pt x="1215" y="4201"/>
                    </a:cubicBezTo>
                    <a:cubicBezTo>
                      <a:pt x="2215" y="1784"/>
                      <a:pt x="4584" y="201"/>
                      <a:pt x="7204" y="201"/>
                    </a:cubicBezTo>
                    <a:close/>
                    <a:moveTo>
                      <a:pt x="7202" y="0"/>
                    </a:moveTo>
                    <a:cubicBezTo>
                      <a:pt x="5467" y="0"/>
                      <a:pt x="3759" y="681"/>
                      <a:pt x="2477" y="1963"/>
                    </a:cubicBezTo>
                    <a:cubicBezTo>
                      <a:pt x="572" y="3868"/>
                      <a:pt x="0" y="6749"/>
                      <a:pt x="1036" y="9237"/>
                    </a:cubicBezTo>
                    <a:cubicBezTo>
                      <a:pt x="2056" y="11729"/>
                      <a:pt x="4483" y="13357"/>
                      <a:pt x="7174" y="13357"/>
                    </a:cubicBezTo>
                    <a:cubicBezTo>
                      <a:pt x="7184" y="13357"/>
                      <a:pt x="7194" y="13357"/>
                      <a:pt x="7204" y="13357"/>
                    </a:cubicBezTo>
                    <a:cubicBezTo>
                      <a:pt x="10895" y="13357"/>
                      <a:pt x="13871" y="10369"/>
                      <a:pt x="13883" y="6690"/>
                    </a:cubicBezTo>
                    <a:cubicBezTo>
                      <a:pt x="13883" y="3987"/>
                      <a:pt x="12252" y="1546"/>
                      <a:pt x="9752" y="510"/>
                    </a:cubicBezTo>
                    <a:cubicBezTo>
                      <a:pt x="8927" y="167"/>
                      <a:pt x="8062" y="0"/>
                      <a:pt x="7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3929624" y="4713511"/>
                <a:ext cx="354127" cy="341037"/>
              </a:xfrm>
              <a:custGeom>
                <a:avLst/>
                <a:gdLst/>
                <a:ahLst/>
                <a:cxnLst/>
                <a:rect l="l" t="t" r="r" b="b"/>
                <a:pathLst>
                  <a:path w="11038" h="10630" extrusionOk="0">
                    <a:moveTo>
                      <a:pt x="5728" y="200"/>
                    </a:moveTo>
                    <a:cubicBezTo>
                      <a:pt x="8549" y="200"/>
                      <a:pt x="10835" y="2486"/>
                      <a:pt x="10835" y="5308"/>
                    </a:cubicBezTo>
                    <a:cubicBezTo>
                      <a:pt x="10835" y="7379"/>
                      <a:pt x="9597" y="9249"/>
                      <a:pt x="7680" y="10034"/>
                    </a:cubicBezTo>
                    <a:cubicBezTo>
                      <a:pt x="7048" y="10299"/>
                      <a:pt x="6384" y="10427"/>
                      <a:pt x="5725" y="10427"/>
                    </a:cubicBezTo>
                    <a:cubicBezTo>
                      <a:pt x="4395" y="10427"/>
                      <a:pt x="3087" y="9906"/>
                      <a:pt x="2108" y="8927"/>
                    </a:cubicBezTo>
                    <a:cubicBezTo>
                      <a:pt x="644" y="7463"/>
                      <a:pt x="215" y="5272"/>
                      <a:pt x="1001" y="3355"/>
                    </a:cubicBezTo>
                    <a:cubicBezTo>
                      <a:pt x="1799" y="1450"/>
                      <a:pt x="3656" y="200"/>
                      <a:pt x="5728" y="200"/>
                    </a:cubicBezTo>
                    <a:close/>
                    <a:moveTo>
                      <a:pt x="5739" y="0"/>
                    </a:moveTo>
                    <a:cubicBezTo>
                      <a:pt x="4353" y="0"/>
                      <a:pt x="2991" y="543"/>
                      <a:pt x="1977" y="1557"/>
                    </a:cubicBezTo>
                    <a:cubicBezTo>
                      <a:pt x="453" y="3081"/>
                      <a:pt x="1" y="5367"/>
                      <a:pt x="822" y="7344"/>
                    </a:cubicBezTo>
                    <a:cubicBezTo>
                      <a:pt x="1644" y="9332"/>
                      <a:pt x="3584" y="10618"/>
                      <a:pt x="5728" y="10630"/>
                    </a:cubicBezTo>
                    <a:cubicBezTo>
                      <a:pt x="8657" y="10618"/>
                      <a:pt x="11038" y="8248"/>
                      <a:pt x="11038" y="5308"/>
                    </a:cubicBezTo>
                    <a:cubicBezTo>
                      <a:pt x="11038" y="3164"/>
                      <a:pt x="9740" y="1224"/>
                      <a:pt x="7764" y="402"/>
                    </a:cubicBezTo>
                    <a:cubicBezTo>
                      <a:pt x="7108" y="132"/>
                      <a:pt x="6421" y="0"/>
                      <a:pt x="57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3944158" y="4757208"/>
                <a:ext cx="295672" cy="253420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7899" extrusionOk="0">
                    <a:moveTo>
                      <a:pt x="5275" y="207"/>
                    </a:moveTo>
                    <a:cubicBezTo>
                      <a:pt x="7346" y="207"/>
                      <a:pt x="9013" y="1886"/>
                      <a:pt x="9013" y="3958"/>
                    </a:cubicBezTo>
                    <a:cubicBezTo>
                      <a:pt x="9013" y="6213"/>
                      <a:pt x="7172" y="7705"/>
                      <a:pt x="5247" y="7705"/>
                    </a:cubicBezTo>
                    <a:cubicBezTo>
                      <a:pt x="4326" y="7705"/>
                      <a:pt x="3386" y="7363"/>
                      <a:pt x="2620" y="6601"/>
                    </a:cubicBezTo>
                    <a:cubicBezTo>
                      <a:pt x="262" y="4243"/>
                      <a:pt x="1941" y="207"/>
                      <a:pt x="5275" y="207"/>
                    </a:cubicBezTo>
                    <a:close/>
                    <a:moveTo>
                      <a:pt x="5243" y="0"/>
                    </a:moveTo>
                    <a:cubicBezTo>
                      <a:pt x="4275" y="0"/>
                      <a:pt x="3289" y="359"/>
                      <a:pt x="2489" y="1160"/>
                    </a:cubicBezTo>
                    <a:cubicBezTo>
                      <a:pt x="0" y="3648"/>
                      <a:pt x="1762" y="7898"/>
                      <a:pt x="5275" y="7898"/>
                    </a:cubicBezTo>
                    <a:cubicBezTo>
                      <a:pt x="7453" y="7887"/>
                      <a:pt x="9216" y="6124"/>
                      <a:pt x="9216" y="3958"/>
                    </a:cubicBezTo>
                    <a:cubicBezTo>
                      <a:pt x="9216" y="1573"/>
                      <a:pt x="7269" y="0"/>
                      <a:pt x="52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4002965" y="4801193"/>
                <a:ext cx="192944" cy="165514"/>
              </a:xfrm>
              <a:custGeom>
                <a:avLst/>
                <a:gdLst/>
                <a:ahLst/>
                <a:cxnLst/>
                <a:rect l="l" t="t" r="r" b="b"/>
                <a:pathLst>
                  <a:path w="6014" h="5159" extrusionOk="0">
                    <a:moveTo>
                      <a:pt x="3442" y="205"/>
                    </a:moveTo>
                    <a:cubicBezTo>
                      <a:pt x="4751" y="205"/>
                      <a:pt x="5811" y="1265"/>
                      <a:pt x="5823" y="2587"/>
                    </a:cubicBezTo>
                    <a:cubicBezTo>
                      <a:pt x="5823" y="4014"/>
                      <a:pt x="4643" y="4961"/>
                      <a:pt x="3419" y="4961"/>
                    </a:cubicBezTo>
                    <a:cubicBezTo>
                      <a:pt x="2836" y="4961"/>
                      <a:pt x="2243" y="4746"/>
                      <a:pt x="1763" y="4265"/>
                    </a:cubicBezTo>
                    <a:cubicBezTo>
                      <a:pt x="263" y="2765"/>
                      <a:pt x="1322" y="205"/>
                      <a:pt x="3442" y="205"/>
                    </a:cubicBezTo>
                    <a:close/>
                    <a:moveTo>
                      <a:pt x="3422" y="1"/>
                    </a:moveTo>
                    <a:cubicBezTo>
                      <a:pt x="2789" y="1"/>
                      <a:pt x="2144" y="237"/>
                      <a:pt x="1620" y="765"/>
                    </a:cubicBezTo>
                    <a:cubicBezTo>
                      <a:pt x="1" y="2384"/>
                      <a:pt x="1144" y="5158"/>
                      <a:pt x="3442" y="5158"/>
                    </a:cubicBezTo>
                    <a:cubicBezTo>
                      <a:pt x="4858" y="5158"/>
                      <a:pt x="6013" y="4003"/>
                      <a:pt x="6013" y="2587"/>
                    </a:cubicBezTo>
                    <a:cubicBezTo>
                      <a:pt x="6013" y="1032"/>
                      <a:pt x="4744" y="1"/>
                      <a:pt x="34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4061804" y="4845178"/>
                <a:ext cx="90184" cy="77608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419" extrusionOk="0">
                    <a:moveTo>
                      <a:pt x="1608" y="203"/>
                    </a:moveTo>
                    <a:cubicBezTo>
                      <a:pt x="2167" y="203"/>
                      <a:pt x="2620" y="656"/>
                      <a:pt x="2620" y="1204"/>
                    </a:cubicBezTo>
                    <a:cubicBezTo>
                      <a:pt x="2620" y="1815"/>
                      <a:pt x="2120" y="2220"/>
                      <a:pt x="1601" y="2220"/>
                    </a:cubicBezTo>
                    <a:cubicBezTo>
                      <a:pt x="1351" y="2220"/>
                      <a:pt x="1098" y="2127"/>
                      <a:pt x="893" y="1918"/>
                    </a:cubicBezTo>
                    <a:cubicBezTo>
                      <a:pt x="262" y="1287"/>
                      <a:pt x="703" y="203"/>
                      <a:pt x="1608" y="203"/>
                    </a:cubicBezTo>
                    <a:close/>
                    <a:moveTo>
                      <a:pt x="1597" y="1"/>
                    </a:moveTo>
                    <a:cubicBezTo>
                      <a:pt x="1300" y="1"/>
                      <a:pt x="997" y="111"/>
                      <a:pt x="750" y="358"/>
                    </a:cubicBezTo>
                    <a:cubicBezTo>
                      <a:pt x="0" y="1120"/>
                      <a:pt x="536" y="2418"/>
                      <a:pt x="1608" y="2418"/>
                    </a:cubicBezTo>
                    <a:cubicBezTo>
                      <a:pt x="2274" y="2418"/>
                      <a:pt x="2810" y="1870"/>
                      <a:pt x="2810" y="1216"/>
                    </a:cubicBezTo>
                    <a:cubicBezTo>
                      <a:pt x="2810" y="483"/>
                      <a:pt x="2217" y="1"/>
                      <a:pt x="159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3784098" y="4578572"/>
                <a:ext cx="634496" cy="610787"/>
              </a:xfrm>
              <a:custGeom>
                <a:avLst/>
                <a:gdLst/>
                <a:ahLst/>
                <a:cxnLst/>
                <a:rect l="l" t="t" r="r" b="b"/>
                <a:pathLst>
                  <a:path w="19777" h="19038" extrusionOk="0">
                    <a:moveTo>
                      <a:pt x="10264" y="1"/>
                    </a:moveTo>
                    <a:cubicBezTo>
                      <a:pt x="6418" y="1"/>
                      <a:pt x="2941" y="2322"/>
                      <a:pt x="1477" y="5882"/>
                    </a:cubicBezTo>
                    <a:cubicBezTo>
                      <a:pt x="0" y="9430"/>
                      <a:pt x="810" y="13526"/>
                      <a:pt x="3537" y="16253"/>
                    </a:cubicBezTo>
                    <a:cubicBezTo>
                      <a:pt x="5353" y="18069"/>
                      <a:pt x="7788" y="19038"/>
                      <a:pt x="10267" y="19038"/>
                    </a:cubicBezTo>
                    <a:cubicBezTo>
                      <a:pt x="11492" y="19038"/>
                      <a:pt x="12729" y="18801"/>
                      <a:pt x="13907" y="18312"/>
                    </a:cubicBezTo>
                    <a:cubicBezTo>
                      <a:pt x="17455" y="16836"/>
                      <a:pt x="19777" y="13371"/>
                      <a:pt x="19777" y="9514"/>
                    </a:cubicBezTo>
                    <a:cubicBezTo>
                      <a:pt x="19777" y="4263"/>
                      <a:pt x="15514" y="1"/>
                      <a:pt x="102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2" name="Google Shape;1102;p24"/>
            <p:cNvSpPr/>
            <p:nvPr/>
          </p:nvSpPr>
          <p:spPr>
            <a:xfrm>
              <a:off x="713232" y="791782"/>
              <a:ext cx="600900" cy="12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24"/>
          <p:cNvSpPr/>
          <p:nvPr/>
        </p:nvSpPr>
        <p:spPr>
          <a:xfrm rot="5400000" flipH="1">
            <a:off x="992534" y="4920478"/>
            <a:ext cx="134279" cy="134531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24"/>
          <p:cNvSpPr/>
          <p:nvPr/>
        </p:nvSpPr>
        <p:spPr>
          <a:xfrm rot="5400000" flipH="1">
            <a:off x="4125870" y="4791801"/>
            <a:ext cx="180477" cy="180454"/>
          </a:xfrm>
          <a:custGeom>
            <a:avLst/>
            <a:gdLst/>
            <a:ahLst/>
            <a:cxnLst/>
            <a:rect l="l" t="t" r="r" b="b"/>
            <a:pathLst>
              <a:path w="7907" h="7906" extrusionOk="0">
                <a:moveTo>
                  <a:pt x="3203" y="0"/>
                </a:moveTo>
                <a:lnTo>
                  <a:pt x="3203" y="3203"/>
                </a:lnTo>
                <a:lnTo>
                  <a:pt x="1" y="3203"/>
                </a:lnTo>
                <a:lnTo>
                  <a:pt x="1" y="4691"/>
                </a:lnTo>
                <a:lnTo>
                  <a:pt x="3203" y="4691"/>
                </a:lnTo>
                <a:lnTo>
                  <a:pt x="3203" y="7906"/>
                </a:lnTo>
                <a:lnTo>
                  <a:pt x="4704" y="7906"/>
                </a:lnTo>
                <a:lnTo>
                  <a:pt x="4704" y="4691"/>
                </a:lnTo>
                <a:lnTo>
                  <a:pt x="7906" y="4691"/>
                </a:lnTo>
                <a:lnTo>
                  <a:pt x="7906" y="3203"/>
                </a:lnTo>
                <a:lnTo>
                  <a:pt x="4704" y="3203"/>
                </a:lnTo>
                <a:lnTo>
                  <a:pt x="470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24"/>
          <p:cNvGrpSpPr/>
          <p:nvPr/>
        </p:nvGrpSpPr>
        <p:grpSpPr>
          <a:xfrm rot="5400000" flipH="1">
            <a:off x="244740" y="4792584"/>
            <a:ext cx="135900" cy="390284"/>
            <a:chOff x="179009" y="2072968"/>
            <a:chExt cx="190870" cy="548151"/>
          </a:xfrm>
        </p:grpSpPr>
        <p:sp>
          <p:nvSpPr>
            <p:cNvPr id="1106" name="Google Shape;1106;p24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24"/>
          <p:cNvGrpSpPr/>
          <p:nvPr/>
        </p:nvGrpSpPr>
        <p:grpSpPr>
          <a:xfrm rot="5400000" flipH="1">
            <a:off x="8428541" y="26926"/>
            <a:ext cx="588555" cy="677357"/>
            <a:chOff x="8369505" y="4354255"/>
            <a:chExt cx="588555" cy="677357"/>
          </a:xfrm>
        </p:grpSpPr>
        <p:sp>
          <p:nvSpPr>
            <p:cNvPr id="1109" name="Google Shape;1109;p24"/>
            <p:cNvSpPr/>
            <p:nvPr/>
          </p:nvSpPr>
          <p:spPr>
            <a:xfrm>
              <a:off x="8881800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8764403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8647391" y="4888380"/>
              <a:ext cx="38130" cy="32687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8530346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8413333" y="4888380"/>
              <a:ext cx="38162" cy="32687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8881800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8764403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8647391" y="4777867"/>
              <a:ext cx="38130" cy="33039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8530346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8413333" y="4777867"/>
              <a:ext cx="38162" cy="33039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8881800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8764403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8647391" y="4998637"/>
              <a:ext cx="38130" cy="32975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8530346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8413333" y="4998637"/>
              <a:ext cx="38162" cy="32975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8369505" y="4354255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82" y="0"/>
                  </a:moveTo>
                  <a:lnTo>
                    <a:pt x="1" y="1893"/>
                  </a:lnTo>
                  <a:lnTo>
                    <a:pt x="334" y="2215"/>
                  </a:lnTo>
                  <a:lnTo>
                    <a:pt x="1882" y="655"/>
                  </a:lnTo>
                  <a:lnTo>
                    <a:pt x="3691" y="2489"/>
                  </a:lnTo>
                  <a:lnTo>
                    <a:pt x="5513" y="655"/>
                  </a:lnTo>
                  <a:lnTo>
                    <a:pt x="7323" y="2489"/>
                  </a:lnTo>
                  <a:lnTo>
                    <a:pt x="9145" y="655"/>
                  </a:lnTo>
                  <a:lnTo>
                    <a:pt x="10966" y="2489"/>
                  </a:lnTo>
                  <a:lnTo>
                    <a:pt x="12776" y="655"/>
                  </a:lnTo>
                  <a:lnTo>
                    <a:pt x="14598" y="2489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7" y="1893"/>
                  </a:lnTo>
                  <a:lnTo>
                    <a:pt x="16407" y="0"/>
                  </a:lnTo>
                  <a:lnTo>
                    <a:pt x="14598" y="1834"/>
                  </a:lnTo>
                  <a:lnTo>
                    <a:pt x="12776" y="0"/>
                  </a:lnTo>
                  <a:lnTo>
                    <a:pt x="10966" y="1846"/>
                  </a:lnTo>
                  <a:lnTo>
                    <a:pt x="9145" y="0"/>
                  </a:lnTo>
                  <a:lnTo>
                    <a:pt x="7323" y="1834"/>
                  </a:lnTo>
                  <a:lnTo>
                    <a:pt x="5513" y="0"/>
                  </a:lnTo>
                  <a:lnTo>
                    <a:pt x="3691" y="1846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8834931" y="4507091"/>
              <a:ext cx="123130" cy="123162"/>
            </a:xfrm>
            <a:custGeom>
              <a:avLst/>
              <a:gdLst/>
              <a:ahLst/>
              <a:cxnLst/>
              <a:rect l="l" t="t" r="r" b="b"/>
              <a:pathLst>
                <a:path w="3846" h="3847" extrusionOk="0">
                  <a:moveTo>
                    <a:pt x="1560" y="1"/>
                  </a:moveTo>
                  <a:lnTo>
                    <a:pt x="1560" y="1560"/>
                  </a:lnTo>
                  <a:lnTo>
                    <a:pt x="0" y="1560"/>
                  </a:lnTo>
                  <a:lnTo>
                    <a:pt x="0" y="2287"/>
                  </a:lnTo>
                  <a:lnTo>
                    <a:pt x="1560" y="2287"/>
                  </a:lnTo>
                  <a:lnTo>
                    <a:pt x="1560" y="3846"/>
                  </a:lnTo>
                  <a:lnTo>
                    <a:pt x="2286" y="3846"/>
                  </a:lnTo>
                  <a:lnTo>
                    <a:pt x="2286" y="2287"/>
                  </a:lnTo>
                  <a:lnTo>
                    <a:pt x="3846" y="2287"/>
                  </a:lnTo>
                  <a:lnTo>
                    <a:pt x="3846" y="1560"/>
                  </a:lnTo>
                  <a:lnTo>
                    <a:pt x="2286" y="1560"/>
                  </a:lnTo>
                  <a:lnTo>
                    <a:pt x="22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26" name="Google Shape;1126;p24"/>
          <p:cNvCxnSpPr/>
          <p:nvPr/>
        </p:nvCxnSpPr>
        <p:spPr>
          <a:xfrm>
            <a:off x="4572008" y="-404200"/>
            <a:ext cx="0" cy="9144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7" name="Google Shape;1127;p24"/>
          <p:cNvSpPr txBox="1">
            <a:spLocks noGrp="1"/>
          </p:cNvSpPr>
          <p:nvPr>
            <p:ph type="subTitle" idx="1"/>
          </p:nvPr>
        </p:nvSpPr>
        <p:spPr>
          <a:xfrm>
            <a:off x="1252050" y="1795475"/>
            <a:ext cx="6639900" cy="135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24"/>
          <p:cNvSpPr txBox="1">
            <a:spLocks noGrp="1"/>
          </p:cNvSpPr>
          <p:nvPr>
            <p:ph type="title"/>
          </p:nvPr>
        </p:nvSpPr>
        <p:spPr>
          <a:xfrm>
            <a:off x="3324750" y="3305400"/>
            <a:ext cx="24945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9" name="Google Shape;1129;p24"/>
          <p:cNvSpPr/>
          <p:nvPr/>
        </p:nvSpPr>
        <p:spPr>
          <a:xfrm rot="5400000">
            <a:off x="3406699" y="-15244"/>
            <a:ext cx="421656" cy="1531146"/>
          </a:xfrm>
          <a:custGeom>
            <a:avLst/>
            <a:gdLst/>
            <a:ahLst/>
            <a:cxnLst/>
            <a:rect l="l" t="t" r="r" b="b"/>
            <a:pathLst>
              <a:path w="6685" h="24275" extrusionOk="0">
                <a:moveTo>
                  <a:pt x="6685" y="10149"/>
                </a:moveTo>
                <a:cubicBezTo>
                  <a:pt x="6468" y="11461"/>
                  <a:pt x="6468" y="12814"/>
                  <a:pt x="6685" y="14140"/>
                </a:cubicBezTo>
                <a:lnTo>
                  <a:pt x="6685" y="14127"/>
                </a:lnTo>
                <a:lnTo>
                  <a:pt x="6685" y="10149"/>
                </a:lnTo>
                <a:close/>
                <a:moveTo>
                  <a:pt x="6685" y="6793"/>
                </a:moveTo>
                <a:cubicBezTo>
                  <a:pt x="5129" y="10189"/>
                  <a:pt x="5129" y="14100"/>
                  <a:pt x="6685" y="17496"/>
                </a:cubicBezTo>
                <a:lnTo>
                  <a:pt x="6685" y="17482"/>
                </a:lnTo>
                <a:lnTo>
                  <a:pt x="6685" y="17076"/>
                </a:lnTo>
                <a:cubicBezTo>
                  <a:pt x="5345" y="13924"/>
                  <a:pt x="5345" y="10365"/>
                  <a:pt x="6685" y="7212"/>
                </a:cubicBezTo>
                <a:lnTo>
                  <a:pt x="6685" y="6793"/>
                </a:lnTo>
                <a:close/>
                <a:moveTo>
                  <a:pt x="6685" y="4696"/>
                </a:moveTo>
                <a:cubicBezTo>
                  <a:pt x="3789" y="9229"/>
                  <a:pt x="3789" y="15033"/>
                  <a:pt x="6685" y="19566"/>
                </a:cubicBezTo>
                <a:lnTo>
                  <a:pt x="6685" y="19255"/>
                </a:lnTo>
                <a:cubicBezTo>
                  <a:pt x="4006" y="14884"/>
                  <a:pt x="4006" y="9391"/>
                  <a:pt x="6685" y="5020"/>
                </a:cubicBezTo>
                <a:lnTo>
                  <a:pt x="6685" y="4696"/>
                </a:lnTo>
                <a:close/>
                <a:moveTo>
                  <a:pt x="6685" y="2977"/>
                </a:moveTo>
                <a:cubicBezTo>
                  <a:pt x="2449" y="8349"/>
                  <a:pt x="2449" y="15926"/>
                  <a:pt x="6685" y="21298"/>
                </a:cubicBezTo>
                <a:lnTo>
                  <a:pt x="6685" y="21014"/>
                </a:lnTo>
                <a:cubicBezTo>
                  <a:pt x="2679" y="15778"/>
                  <a:pt x="2679" y="8498"/>
                  <a:pt x="6685" y="3261"/>
                </a:cubicBezTo>
                <a:lnTo>
                  <a:pt x="6685" y="2977"/>
                </a:lnTo>
                <a:close/>
                <a:moveTo>
                  <a:pt x="6685" y="1435"/>
                </a:moveTo>
                <a:cubicBezTo>
                  <a:pt x="1110" y="7470"/>
                  <a:pt x="1110" y="16792"/>
                  <a:pt x="6685" y="22841"/>
                </a:cubicBezTo>
                <a:lnTo>
                  <a:pt x="6685" y="22584"/>
                </a:lnTo>
                <a:cubicBezTo>
                  <a:pt x="1340" y="16644"/>
                  <a:pt x="1340" y="7618"/>
                  <a:pt x="6685" y="1678"/>
                </a:cubicBezTo>
                <a:lnTo>
                  <a:pt x="6685" y="1435"/>
                </a:lnTo>
                <a:close/>
                <a:moveTo>
                  <a:pt x="6685" y="0"/>
                </a:moveTo>
                <a:cubicBezTo>
                  <a:pt x="3370" y="3167"/>
                  <a:pt x="1489" y="7551"/>
                  <a:pt x="1502" y="12138"/>
                </a:cubicBezTo>
                <a:cubicBezTo>
                  <a:pt x="1502" y="16725"/>
                  <a:pt x="3370" y="21109"/>
                  <a:pt x="6685" y="24275"/>
                </a:cubicBezTo>
                <a:lnTo>
                  <a:pt x="6685" y="24031"/>
                </a:lnTo>
                <a:cubicBezTo>
                  <a:pt x="0" y="17509"/>
                  <a:pt x="0" y="6752"/>
                  <a:pt x="6685" y="230"/>
                </a:cubicBezTo>
                <a:lnTo>
                  <a:pt x="66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30" name="Google Shape;1130;p24"/>
          <p:cNvCxnSpPr/>
          <p:nvPr/>
        </p:nvCxnSpPr>
        <p:spPr>
          <a:xfrm>
            <a:off x="4572008" y="-3601200"/>
            <a:ext cx="0" cy="9144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1" name="Google Shape;1131;p24"/>
          <p:cNvSpPr/>
          <p:nvPr/>
        </p:nvSpPr>
        <p:spPr>
          <a:xfrm rot="5405778">
            <a:off x="126602" y="-837"/>
            <a:ext cx="178500" cy="3228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24"/>
          <p:cNvSpPr/>
          <p:nvPr/>
        </p:nvSpPr>
        <p:spPr>
          <a:xfrm>
            <a:off x="4152047" y="4468600"/>
            <a:ext cx="128100" cy="1281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24"/>
          <p:cNvSpPr/>
          <p:nvPr/>
        </p:nvSpPr>
        <p:spPr>
          <a:xfrm rot="10800000" flipH="1">
            <a:off x="988198" y="467810"/>
            <a:ext cx="142959" cy="142921"/>
          </a:xfrm>
          <a:custGeom>
            <a:avLst/>
            <a:gdLst/>
            <a:ahLst/>
            <a:cxnLst/>
            <a:rect l="l" t="t" r="r" b="b"/>
            <a:pathLst>
              <a:path w="7907" h="7906" extrusionOk="0">
                <a:moveTo>
                  <a:pt x="3203" y="0"/>
                </a:moveTo>
                <a:lnTo>
                  <a:pt x="3203" y="3203"/>
                </a:lnTo>
                <a:lnTo>
                  <a:pt x="1" y="3203"/>
                </a:lnTo>
                <a:lnTo>
                  <a:pt x="1" y="4691"/>
                </a:lnTo>
                <a:lnTo>
                  <a:pt x="3203" y="4691"/>
                </a:lnTo>
                <a:lnTo>
                  <a:pt x="3203" y="7906"/>
                </a:lnTo>
                <a:lnTo>
                  <a:pt x="4704" y="7906"/>
                </a:lnTo>
                <a:lnTo>
                  <a:pt x="4704" y="4691"/>
                </a:lnTo>
                <a:lnTo>
                  <a:pt x="7906" y="4691"/>
                </a:lnTo>
                <a:lnTo>
                  <a:pt x="7906" y="3203"/>
                </a:lnTo>
                <a:lnTo>
                  <a:pt x="4704" y="3203"/>
                </a:lnTo>
                <a:lnTo>
                  <a:pt x="470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24"/>
          <p:cNvSpPr/>
          <p:nvPr/>
        </p:nvSpPr>
        <p:spPr>
          <a:xfrm rot="10800000" flipH="1">
            <a:off x="988198" y="677360"/>
            <a:ext cx="142959" cy="142921"/>
          </a:xfrm>
          <a:custGeom>
            <a:avLst/>
            <a:gdLst/>
            <a:ahLst/>
            <a:cxnLst/>
            <a:rect l="l" t="t" r="r" b="b"/>
            <a:pathLst>
              <a:path w="7907" h="7906" extrusionOk="0">
                <a:moveTo>
                  <a:pt x="3203" y="0"/>
                </a:moveTo>
                <a:lnTo>
                  <a:pt x="3203" y="3203"/>
                </a:lnTo>
                <a:lnTo>
                  <a:pt x="1" y="3203"/>
                </a:lnTo>
                <a:lnTo>
                  <a:pt x="1" y="4691"/>
                </a:lnTo>
                <a:lnTo>
                  <a:pt x="3203" y="4691"/>
                </a:lnTo>
                <a:lnTo>
                  <a:pt x="3203" y="7906"/>
                </a:lnTo>
                <a:lnTo>
                  <a:pt x="4704" y="7906"/>
                </a:lnTo>
                <a:lnTo>
                  <a:pt x="4704" y="4691"/>
                </a:lnTo>
                <a:lnTo>
                  <a:pt x="7906" y="4691"/>
                </a:lnTo>
                <a:lnTo>
                  <a:pt x="7906" y="3203"/>
                </a:lnTo>
                <a:lnTo>
                  <a:pt x="4704" y="3203"/>
                </a:lnTo>
                <a:lnTo>
                  <a:pt x="470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5" name="Google Shape;1135;p24"/>
          <p:cNvGrpSpPr/>
          <p:nvPr/>
        </p:nvGrpSpPr>
        <p:grpSpPr>
          <a:xfrm>
            <a:off x="5011453" y="4517087"/>
            <a:ext cx="482000" cy="31137"/>
            <a:chOff x="7586971" y="1240406"/>
            <a:chExt cx="820705" cy="53017"/>
          </a:xfrm>
        </p:grpSpPr>
        <p:sp>
          <p:nvSpPr>
            <p:cNvPr id="1136" name="Google Shape;1136;p24"/>
            <p:cNvSpPr/>
            <p:nvPr/>
          </p:nvSpPr>
          <p:spPr>
            <a:xfrm>
              <a:off x="8345886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33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4"/>
            <p:cNvSpPr/>
            <p:nvPr/>
          </p:nvSpPr>
          <p:spPr>
            <a:xfrm>
              <a:off x="8156069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8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41" y="74"/>
                    <a:pt x="1038" y="1"/>
                    <a:pt x="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4"/>
            <p:cNvSpPr/>
            <p:nvPr/>
          </p:nvSpPr>
          <p:spPr>
            <a:xfrm>
              <a:off x="7966221" y="1240406"/>
              <a:ext cx="61789" cy="53017"/>
            </a:xfrm>
            <a:custGeom>
              <a:avLst/>
              <a:gdLst/>
              <a:ahLst/>
              <a:cxnLst/>
              <a:rect l="l" t="t" r="r" b="b"/>
              <a:pathLst>
                <a:path w="1930" h="1656" extrusionOk="0">
                  <a:moveTo>
                    <a:pt x="842" y="1"/>
                  </a:moveTo>
                  <a:cubicBezTo>
                    <a:pt x="413" y="1"/>
                    <a:pt x="1" y="332"/>
                    <a:pt x="1" y="834"/>
                  </a:cubicBezTo>
                  <a:cubicBezTo>
                    <a:pt x="1" y="1286"/>
                    <a:pt x="370" y="1655"/>
                    <a:pt x="834" y="1655"/>
                  </a:cubicBezTo>
                  <a:cubicBezTo>
                    <a:pt x="1560" y="1655"/>
                    <a:pt x="1930" y="762"/>
                    <a:pt x="1418" y="238"/>
                  </a:cubicBezTo>
                  <a:cubicBezTo>
                    <a:pt x="1250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4"/>
            <p:cNvSpPr/>
            <p:nvPr/>
          </p:nvSpPr>
          <p:spPr>
            <a:xfrm>
              <a:off x="7776404" y="1240406"/>
              <a:ext cx="62173" cy="53017"/>
            </a:xfrm>
            <a:custGeom>
              <a:avLst/>
              <a:gdLst/>
              <a:ahLst/>
              <a:cxnLst/>
              <a:rect l="l" t="t" r="r" b="b"/>
              <a:pathLst>
                <a:path w="1942" h="1656" extrusionOk="0">
                  <a:moveTo>
                    <a:pt x="842" y="1"/>
                  </a:moveTo>
                  <a:cubicBezTo>
                    <a:pt x="413" y="1"/>
                    <a:pt x="0" y="332"/>
                    <a:pt x="0" y="834"/>
                  </a:cubicBezTo>
                  <a:cubicBezTo>
                    <a:pt x="0" y="1286"/>
                    <a:pt x="370" y="1655"/>
                    <a:pt x="834" y="1655"/>
                  </a:cubicBezTo>
                  <a:cubicBezTo>
                    <a:pt x="1572" y="1655"/>
                    <a:pt x="1941" y="762"/>
                    <a:pt x="1417" y="238"/>
                  </a:cubicBezTo>
                  <a:cubicBezTo>
                    <a:pt x="1249" y="74"/>
                    <a:pt x="1044" y="1"/>
                    <a:pt x="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4"/>
            <p:cNvSpPr/>
            <p:nvPr/>
          </p:nvSpPr>
          <p:spPr>
            <a:xfrm>
              <a:off x="7586971" y="1240406"/>
              <a:ext cx="61757" cy="53017"/>
            </a:xfrm>
            <a:custGeom>
              <a:avLst/>
              <a:gdLst/>
              <a:ahLst/>
              <a:cxnLst/>
              <a:rect l="l" t="t" r="r" b="b"/>
              <a:pathLst>
                <a:path w="1929" h="1656" extrusionOk="0">
                  <a:moveTo>
                    <a:pt x="832" y="1"/>
                  </a:moveTo>
                  <a:cubicBezTo>
                    <a:pt x="407" y="1"/>
                    <a:pt x="0" y="332"/>
                    <a:pt x="0" y="834"/>
                  </a:cubicBezTo>
                  <a:cubicBezTo>
                    <a:pt x="0" y="1286"/>
                    <a:pt x="369" y="1655"/>
                    <a:pt x="822" y="1655"/>
                  </a:cubicBezTo>
                  <a:cubicBezTo>
                    <a:pt x="1560" y="1655"/>
                    <a:pt x="1929" y="762"/>
                    <a:pt x="1405" y="238"/>
                  </a:cubicBezTo>
                  <a:cubicBezTo>
                    <a:pt x="1237" y="74"/>
                    <a:pt x="1033" y="1"/>
                    <a:pt x="8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24"/>
          <p:cNvGrpSpPr/>
          <p:nvPr/>
        </p:nvGrpSpPr>
        <p:grpSpPr>
          <a:xfrm rot="5400000">
            <a:off x="2264393" y="4594298"/>
            <a:ext cx="503690" cy="252274"/>
            <a:chOff x="502268" y="3043348"/>
            <a:chExt cx="503690" cy="252274"/>
          </a:xfrm>
        </p:grpSpPr>
        <p:sp>
          <p:nvSpPr>
            <p:cNvPr id="1142" name="Google Shape;1142;p24"/>
            <p:cNvSpPr/>
            <p:nvPr/>
          </p:nvSpPr>
          <p:spPr>
            <a:xfrm flipH="1">
              <a:off x="502268" y="3153220"/>
              <a:ext cx="37941" cy="32498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4"/>
            <p:cNvSpPr/>
            <p:nvPr/>
          </p:nvSpPr>
          <p:spPr>
            <a:xfrm flipH="1">
              <a:off x="618984" y="3153220"/>
              <a:ext cx="37941" cy="32498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7" y="1021"/>
                    <a:pt x="512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4"/>
            <p:cNvSpPr/>
            <p:nvPr/>
          </p:nvSpPr>
          <p:spPr>
            <a:xfrm flipH="1">
              <a:off x="735350" y="3153220"/>
              <a:ext cx="37909" cy="32498"/>
            </a:xfrm>
            <a:custGeom>
              <a:avLst/>
              <a:gdLst/>
              <a:ahLst/>
              <a:cxnLst/>
              <a:rect l="l" t="t" r="r" b="b"/>
              <a:pathLst>
                <a:path w="1191" h="1021" extrusionOk="0">
                  <a:moveTo>
                    <a:pt x="512" y="1"/>
                  </a:moveTo>
                  <a:cubicBezTo>
                    <a:pt x="250" y="1"/>
                    <a:pt x="0" y="203"/>
                    <a:pt x="0" y="509"/>
                  </a:cubicBezTo>
                  <a:cubicBezTo>
                    <a:pt x="0" y="794"/>
                    <a:pt x="226" y="1021"/>
                    <a:pt x="512" y="1021"/>
                  </a:cubicBezTo>
                  <a:cubicBezTo>
                    <a:pt x="965" y="1021"/>
                    <a:pt x="1191" y="473"/>
                    <a:pt x="869" y="152"/>
                  </a:cubicBezTo>
                  <a:cubicBezTo>
                    <a:pt x="765" y="47"/>
                    <a:pt x="637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4"/>
            <p:cNvSpPr/>
            <p:nvPr/>
          </p:nvSpPr>
          <p:spPr>
            <a:xfrm flipH="1">
              <a:off x="851684" y="3153220"/>
              <a:ext cx="37941" cy="32498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13" y="1021"/>
                  </a:cubicBezTo>
                  <a:cubicBezTo>
                    <a:pt x="965" y="1021"/>
                    <a:pt x="1192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4"/>
            <p:cNvSpPr/>
            <p:nvPr/>
          </p:nvSpPr>
          <p:spPr>
            <a:xfrm flipH="1">
              <a:off x="968018" y="3153220"/>
              <a:ext cx="37941" cy="32498"/>
            </a:xfrm>
            <a:custGeom>
              <a:avLst/>
              <a:gdLst/>
              <a:ahLst/>
              <a:cxnLst/>
              <a:rect l="l" t="t" r="r" b="b"/>
              <a:pathLst>
                <a:path w="1192" h="1021" extrusionOk="0">
                  <a:moveTo>
                    <a:pt x="512" y="1"/>
                  </a:moveTo>
                  <a:cubicBezTo>
                    <a:pt x="251" y="1"/>
                    <a:pt x="1" y="203"/>
                    <a:pt x="1" y="509"/>
                  </a:cubicBezTo>
                  <a:cubicBezTo>
                    <a:pt x="1" y="794"/>
                    <a:pt x="227" y="1021"/>
                    <a:pt x="501" y="1021"/>
                  </a:cubicBezTo>
                  <a:cubicBezTo>
                    <a:pt x="965" y="1021"/>
                    <a:pt x="1191" y="473"/>
                    <a:pt x="870" y="152"/>
                  </a:cubicBezTo>
                  <a:cubicBezTo>
                    <a:pt x="766" y="47"/>
                    <a:pt x="638" y="1"/>
                    <a:pt x="5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4"/>
            <p:cNvSpPr/>
            <p:nvPr/>
          </p:nvSpPr>
          <p:spPr>
            <a:xfrm flipH="1">
              <a:off x="502268" y="3043348"/>
              <a:ext cx="37941" cy="3284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4"/>
            <p:cNvSpPr/>
            <p:nvPr/>
          </p:nvSpPr>
          <p:spPr>
            <a:xfrm flipH="1">
              <a:off x="618984" y="3043348"/>
              <a:ext cx="37941" cy="3284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7" y="1032"/>
                    <a:pt x="512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4"/>
            <p:cNvSpPr/>
            <p:nvPr/>
          </p:nvSpPr>
          <p:spPr>
            <a:xfrm flipH="1">
              <a:off x="735350" y="3043348"/>
              <a:ext cx="37909" cy="32848"/>
            </a:xfrm>
            <a:custGeom>
              <a:avLst/>
              <a:gdLst/>
              <a:ahLst/>
              <a:cxnLst/>
              <a:rect l="l" t="t" r="r" b="b"/>
              <a:pathLst>
                <a:path w="1191" h="1032" extrusionOk="0">
                  <a:moveTo>
                    <a:pt x="513" y="0"/>
                  </a:moveTo>
                  <a:cubicBezTo>
                    <a:pt x="251" y="0"/>
                    <a:pt x="0" y="205"/>
                    <a:pt x="0" y="520"/>
                  </a:cubicBezTo>
                  <a:cubicBezTo>
                    <a:pt x="0" y="794"/>
                    <a:pt x="226" y="1032"/>
                    <a:pt x="512" y="1032"/>
                  </a:cubicBezTo>
                  <a:cubicBezTo>
                    <a:pt x="965" y="1032"/>
                    <a:pt x="1191" y="472"/>
                    <a:pt x="869" y="151"/>
                  </a:cubicBezTo>
                  <a:cubicBezTo>
                    <a:pt x="766" y="47"/>
                    <a:pt x="638" y="0"/>
                    <a:pt x="5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4"/>
            <p:cNvSpPr/>
            <p:nvPr/>
          </p:nvSpPr>
          <p:spPr>
            <a:xfrm flipH="1">
              <a:off x="851684" y="3043348"/>
              <a:ext cx="37941" cy="3284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13" y="1032"/>
                  </a:cubicBezTo>
                  <a:cubicBezTo>
                    <a:pt x="965" y="1032"/>
                    <a:pt x="1192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4"/>
            <p:cNvSpPr/>
            <p:nvPr/>
          </p:nvSpPr>
          <p:spPr>
            <a:xfrm flipH="1">
              <a:off x="968018" y="3043348"/>
              <a:ext cx="37941" cy="32848"/>
            </a:xfrm>
            <a:custGeom>
              <a:avLst/>
              <a:gdLst/>
              <a:ahLst/>
              <a:cxnLst/>
              <a:rect l="l" t="t" r="r" b="b"/>
              <a:pathLst>
                <a:path w="1192" h="1032" extrusionOk="0">
                  <a:moveTo>
                    <a:pt x="514" y="0"/>
                  </a:moveTo>
                  <a:cubicBezTo>
                    <a:pt x="252" y="0"/>
                    <a:pt x="1" y="205"/>
                    <a:pt x="1" y="520"/>
                  </a:cubicBezTo>
                  <a:cubicBezTo>
                    <a:pt x="1" y="794"/>
                    <a:pt x="227" y="1032"/>
                    <a:pt x="501" y="1032"/>
                  </a:cubicBezTo>
                  <a:cubicBezTo>
                    <a:pt x="965" y="1032"/>
                    <a:pt x="1191" y="472"/>
                    <a:pt x="870" y="151"/>
                  </a:cubicBezTo>
                  <a:cubicBezTo>
                    <a:pt x="766" y="47"/>
                    <a:pt x="639" y="0"/>
                    <a:pt x="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4"/>
            <p:cNvSpPr/>
            <p:nvPr/>
          </p:nvSpPr>
          <p:spPr>
            <a:xfrm flipH="1">
              <a:off x="502268" y="3262837"/>
              <a:ext cx="37941" cy="3278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4"/>
            <p:cNvSpPr/>
            <p:nvPr/>
          </p:nvSpPr>
          <p:spPr>
            <a:xfrm flipH="1">
              <a:off x="618984" y="3262837"/>
              <a:ext cx="37941" cy="3278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39" y="1029"/>
                    <a:pt x="512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7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4"/>
            <p:cNvSpPr/>
            <p:nvPr/>
          </p:nvSpPr>
          <p:spPr>
            <a:xfrm flipH="1">
              <a:off x="735350" y="3262837"/>
              <a:ext cx="37909" cy="32784"/>
            </a:xfrm>
            <a:custGeom>
              <a:avLst/>
              <a:gdLst/>
              <a:ahLst/>
              <a:cxnLst/>
              <a:rect l="l" t="t" r="r" b="b"/>
              <a:pathLst>
                <a:path w="1191" h="1030" extrusionOk="0">
                  <a:moveTo>
                    <a:pt x="518" y="0"/>
                  </a:moveTo>
                  <a:cubicBezTo>
                    <a:pt x="255" y="0"/>
                    <a:pt x="0" y="209"/>
                    <a:pt x="0" y="518"/>
                  </a:cubicBezTo>
                  <a:cubicBezTo>
                    <a:pt x="0" y="791"/>
                    <a:pt x="226" y="1029"/>
                    <a:pt x="512" y="1029"/>
                  </a:cubicBezTo>
                  <a:cubicBezTo>
                    <a:pt x="965" y="1029"/>
                    <a:pt x="1191" y="470"/>
                    <a:pt x="869" y="148"/>
                  </a:cubicBezTo>
                  <a:cubicBezTo>
                    <a:pt x="767" y="46"/>
                    <a:pt x="642" y="0"/>
                    <a:pt x="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4"/>
            <p:cNvSpPr/>
            <p:nvPr/>
          </p:nvSpPr>
          <p:spPr>
            <a:xfrm flipH="1">
              <a:off x="851684" y="3262837"/>
              <a:ext cx="37941" cy="3278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13" y="1029"/>
                  </a:cubicBezTo>
                  <a:cubicBezTo>
                    <a:pt x="965" y="1029"/>
                    <a:pt x="1192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4"/>
            <p:cNvSpPr/>
            <p:nvPr/>
          </p:nvSpPr>
          <p:spPr>
            <a:xfrm flipH="1">
              <a:off x="968018" y="3262837"/>
              <a:ext cx="37941" cy="32784"/>
            </a:xfrm>
            <a:custGeom>
              <a:avLst/>
              <a:gdLst/>
              <a:ahLst/>
              <a:cxnLst/>
              <a:rect l="l" t="t" r="r" b="b"/>
              <a:pathLst>
                <a:path w="1192" h="1030" extrusionOk="0">
                  <a:moveTo>
                    <a:pt x="519" y="0"/>
                  </a:moveTo>
                  <a:cubicBezTo>
                    <a:pt x="255" y="0"/>
                    <a:pt x="1" y="209"/>
                    <a:pt x="1" y="518"/>
                  </a:cubicBezTo>
                  <a:cubicBezTo>
                    <a:pt x="1" y="791"/>
                    <a:pt x="227" y="1029"/>
                    <a:pt x="501" y="1029"/>
                  </a:cubicBezTo>
                  <a:cubicBezTo>
                    <a:pt x="965" y="1029"/>
                    <a:pt x="1191" y="470"/>
                    <a:pt x="870" y="148"/>
                  </a:cubicBezTo>
                  <a:cubicBezTo>
                    <a:pt x="768" y="46"/>
                    <a:pt x="642" y="0"/>
                    <a:pt x="5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7" name="Google Shape;1157;p24"/>
          <p:cNvSpPr/>
          <p:nvPr/>
        </p:nvSpPr>
        <p:spPr>
          <a:xfrm flipH="1">
            <a:off x="6230401" y="710705"/>
            <a:ext cx="581757" cy="7922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82" y="0"/>
                </a:moveTo>
                <a:lnTo>
                  <a:pt x="1" y="1893"/>
                </a:lnTo>
                <a:lnTo>
                  <a:pt x="334" y="2215"/>
                </a:lnTo>
                <a:lnTo>
                  <a:pt x="1882" y="655"/>
                </a:lnTo>
                <a:lnTo>
                  <a:pt x="3691" y="2489"/>
                </a:lnTo>
                <a:lnTo>
                  <a:pt x="5513" y="655"/>
                </a:lnTo>
                <a:lnTo>
                  <a:pt x="7323" y="2489"/>
                </a:lnTo>
                <a:lnTo>
                  <a:pt x="9145" y="655"/>
                </a:lnTo>
                <a:lnTo>
                  <a:pt x="10966" y="2489"/>
                </a:lnTo>
                <a:lnTo>
                  <a:pt x="12776" y="655"/>
                </a:lnTo>
                <a:lnTo>
                  <a:pt x="14598" y="2489"/>
                </a:lnTo>
                <a:lnTo>
                  <a:pt x="16407" y="655"/>
                </a:lnTo>
                <a:lnTo>
                  <a:pt x="17955" y="2215"/>
                </a:lnTo>
                <a:lnTo>
                  <a:pt x="18277" y="1893"/>
                </a:lnTo>
                <a:lnTo>
                  <a:pt x="16407" y="0"/>
                </a:lnTo>
                <a:lnTo>
                  <a:pt x="14598" y="1834"/>
                </a:lnTo>
                <a:lnTo>
                  <a:pt x="12776" y="0"/>
                </a:lnTo>
                <a:lnTo>
                  <a:pt x="10966" y="1846"/>
                </a:lnTo>
                <a:lnTo>
                  <a:pt x="9145" y="0"/>
                </a:lnTo>
                <a:lnTo>
                  <a:pt x="7323" y="1834"/>
                </a:lnTo>
                <a:lnTo>
                  <a:pt x="5513" y="0"/>
                </a:lnTo>
                <a:lnTo>
                  <a:pt x="3691" y="1846"/>
                </a:lnTo>
                <a:lnTo>
                  <a:pt x="188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24"/>
          <p:cNvSpPr/>
          <p:nvPr/>
        </p:nvSpPr>
        <p:spPr>
          <a:xfrm rot="2700000" flipH="1">
            <a:off x="5979360" y="687579"/>
            <a:ext cx="122420" cy="122452"/>
          </a:xfrm>
          <a:custGeom>
            <a:avLst/>
            <a:gdLst/>
            <a:ahLst/>
            <a:cxnLst/>
            <a:rect l="l" t="t" r="r" b="b"/>
            <a:pathLst>
              <a:path w="3846" h="3847" extrusionOk="0">
                <a:moveTo>
                  <a:pt x="1560" y="1"/>
                </a:moveTo>
                <a:lnTo>
                  <a:pt x="1560" y="1560"/>
                </a:lnTo>
                <a:lnTo>
                  <a:pt x="0" y="1560"/>
                </a:lnTo>
                <a:lnTo>
                  <a:pt x="0" y="2287"/>
                </a:lnTo>
                <a:lnTo>
                  <a:pt x="1560" y="2287"/>
                </a:lnTo>
                <a:lnTo>
                  <a:pt x="1560" y="3846"/>
                </a:lnTo>
                <a:lnTo>
                  <a:pt x="2286" y="3846"/>
                </a:lnTo>
                <a:lnTo>
                  <a:pt x="2286" y="2287"/>
                </a:lnTo>
                <a:lnTo>
                  <a:pt x="3846" y="2287"/>
                </a:lnTo>
                <a:lnTo>
                  <a:pt x="3846" y="1560"/>
                </a:lnTo>
                <a:lnTo>
                  <a:pt x="2286" y="1560"/>
                </a:lnTo>
                <a:lnTo>
                  <a:pt x="228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24"/>
          <p:cNvSpPr/>
          <p:nvPr/>
        </p:nvSpPr>
        <p:spPr>
          <a:xfrm>
            <a:off x="4280150" y="-1154175"/>
            <a:ext cx="1353900" cy="1353900"/>
          </a:xfrm>
          <a:prstGeom prst="chord">
            <a:avLst>
              <a:gd name="adj1" fmla="val 2700000"/>
              <a:gd name="adj2" fmla="val 810185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27"/>
          <p:cNvSpPr/>
          <p:nvPr/>
        </p:nvSpPr>
        <p:spPr>
          <a:xfrm rot="10800000" flipH="1">
            <a:off x="13" y="3239998"/>
            <a:ext cx="9143969" cy="1903504"/>
          </a:xfrm>
          <a:custGeom>
            <a:avLst/>
            <a:gdLst/>
            <a:ahLst/>
            <a:cxnLst/>
            <a:rect l="l" t="t" r="r" b="b"/>
            <a:pathLst>
              <a:path w="44209" h="160735" extrusionOk="0">
                <a:moveTo>
                  <a:pt x="0" y="0"/>
                </a:moveTo>
                <a:lnTo>
                  <a:pt x="0" y="160734"/>
                </a:lnTo>
                <a:lnTo>
                  <a:pt x="44208" y="160734"/>
                </a:lnTo>
                <a:lnTo>
                  <a:pt x="442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27"/>
          <p:cNvSpPr/>
          <p:nvPr/>
        </p:nvSpPr>
        <p:spPr>
          <a:xfrm rot="10800000" flipH="1">
            <a:off x="3683150" y="2281035"/>
            <a:ext cx="1766371" cy="1766392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27"/>
          <p:cNvSpPr/>
          <p:nvPr/>
        </p:nvSpPr>
        <p:spPr>
          <a:xfrm rot="10800000" flipH="1">
            <a:off x="3838109" y="2436010"/>
            <a:ext cx="1456430" cy="1456448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27"/>
          <p:cNvSpPr/>
          <p:nvPr/>
        </p:nvSpPr>
        <p:spPr>
          <a:xfrm rot="10800000" flipH="1">
            <a:off x="8209788" y="163420"/>
            <a:ext cx="83286" cy="83286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27"/>
          <p:cNvSpPr/>
          <p:nvPr/>
        </p:nvSpPr>
        <p:spPr>
          <a:xfrm rot="10800000" flipH="1">
            <a:off x="8395417" y="162650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5" name="Google Shape;1235;p27"/>
          <p:cNvGrpSpPr/>
          <p:nvPr/>
        </p:nvGrpSpPr>
        <p:grpSpPr>
          <a:xfrm rot="10800000" flipH="1">
            <a:off x="8841048" y="2496305"/>
            <a:ext cx="154517" cy="442886"/>
            <a:chOff x="8846561" y="2782361"/>
            <a:chExt cx="154517" cy="442886"/>
          </a:xfrm>
        </p:grpSpPr>
        <p:sp>
          <p:nvSpPr>
            <p:cNvPr id="1236" name="Google Shape;1236;p27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7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7"/>
          <p:cNvGrpSpPr/>
          <p:nvPr/>
        </p:nvGrpSpPr>
        <p:grpSpPr>
          <a:xfrm rot="10800000" flipH="1">
            <a:off x="8809011" y="1125004"/>
            <a:ext cx="181204" cy="295450"/>
            <a:chOff x="8814523" y="4301099"/>
            <a:chExt cx="181204" cy="295450"/>
          </a:xfrm>
        </p:grpSpPr>
        <p:sp>
          <p:nvSpPr>
            <p:cNvPr id="1239" name="Google Shape;1239;p27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7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7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7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5" name="Google Shape;1245;p27"/>
          <p:cNvSpPr/>
          <p:nvPr/>
        </p:nvSpPr>
        <p:spPr>
          <a:xfrm rot="10800000" flipH="1">
            <a:off x="174398" y="2786250"/>
            <a:ext cx="152679" cy="15296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6" name="Google Shape;1246;p27"/>
          <p:cNvGrpSpPr/>
          <p:nvPr/>
        </p:nvGrpSpPr>
        <p:grpSpPr>
          <a:xfrm rot="10800000" flipH="1">
            <a:off x="173493" y="1791474"/>
            <a:ext cx="154529" cy="443783"/>
            <a:chOff x="179009" y="2072968"/>
            <a:chExt cx="190870" cy="548151"/>
          </a:xfrm>
        </p:grpSpPr>
        <p:sp>
          <p:nvSpPr>
            <p:cNvPr id="1247" name="Google Shape;1247;p27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7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27"/>
          <p:cNvGrpSpPr/>
          <p:nvPr/>
        </p:nvGrpSpPr>
        <p:grpSpPr>
          <a:xfrm rot="10800000" flipH="1">
            <a:off x="173487" y="162658"/>
            <a:ext cx="279631" cy="259804"/>
            <a:chOff x="6672" y="3464315"/>
            <a:chExt cx="279631" cy="259804"/>
          </a:xfrm>
        </p:grpSpPr>
        <p:sp>
          <p:nvSpPr>
            <p:cNvPr id="1250" name="Google Shape;1250;p27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7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7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9" name="Google Shape;1259;p27"/>
          <p:cNvSpPr/>
          <p:nvPr/>
        </p:nvSpPr>
        <p:spPr>
          <a:xfrm rot="10800000" flipH="1">
            <a:off x="601478" y="162657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27"/>
          <p:cNvSpPr txBox="1">
            <a:spLocks noGrp="1"/>
          </p:cNvSpPr>
          <p:nvPr>
            <p:ph type="title" hasCustomPrompt="1"/>
          </p:nvPr>
        </p:nvSpPr>
        <p:spPr>
          <a:xfrm>
            <a:off x="3519788" y="24359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261" name="Google Shape;1261;p27"/>
          <p:cNvSpPr txBox="1">
            <a:spLocks noGrp="1"/>
          </p:cNvSpPr>
          <p:nvPr>
            <p:ph type="subTitle" idx="1"/>
          </p:nvPr>
        </p:nvSpPr>
        <p:spPr>
          <a:xfrm>
            <a:off x="3212588" y="1550915"/>
            <a:ext cx="2707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62" name="Google Shape;1262;p27"/>
          <p:cNvSpPr txBox="1">
            <a:spLocks noGrp="1"/>
          </p:cNvSpPr>
          <p:nvPr>
            <p:ph type="title" idx="2"/>
          </p:nvPr>
        </p:nvSpPr>
        <p:spPr>
          <a:xfrm>
            <a:off x="2412638" y="874728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_1"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28"/>
          <p:cNvSpPr/>
          <p:nvPr/>
        </p:nvSpPr>
        <p:spPr>
          <a:xfrm rot="10800000">
            <a:off x="6" y="3544871"/>
            <a:ext cx="9143969" cy="1608154"/>
          </a:xfrm>
          <a:custGeom>
            <a:avLst/>
            <a:gdLst/>
            <a:ahLst/>
            <a:cxnLst/>
            <a:rect l="l" t="t" r="r" b="b"/>
            <a:pathLst>
              <a:path w="44209" h="160735" extrusionOk="0">
                <a:moveTo>
                  <a:pt x="0" y="0"/>
                </a:moveTo>
                <a:lnTo>
                  <a:pt x="0" y="160734"/>
                </a:lnTo>
                <a:lnTo>
                  <a:pt x="44208" y="160734"/>
                </a:lnTo>
                <a:lnTo>
                  <a:pt x="4420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28"/>
          <p:cNvSpPr/>
          <p:nvPr/>
        </p:nvSpPr>
        <p:spPr>
          <a:xfrm rot="10800000">
            <a:off x="6028098" y="2585835"/>
            <a:ext cx="1766371" cy="1766392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6" name="Google Shape;1266;p28"/>
          <p:cNvSpPr/>
          <p:nvPr/>
        </p:nvSpPr>
        <p:spPr>
          <a:xfrm rot="10800000">
            <a:off x="6183079" y="2740810"/>
            <a:ext cx="1456430" cy="1456448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28"/>
          <p:cNvSpPr/>
          <p:nvPr/>
        </p:nvSpPr>
        <p:spPr>
          <a:xfrm rot="10800000">
            <a:off x="850919" y="163420"/>
            <a:ext cx="83286" cy="83286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8" name="Google Shape;1268;p28"/>
          <p:cNvSpPr/>
          <p:nvPr/>
        </p:nvSpPr>
        <p:spPr>
          <a:xfrm rot="10800000">
            <a:off x="148441" y="162650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9" name="Google Shape;1269;p28"/>
          <p:cNvGrpSpPr/>
          <p:nvPr/>
        </p:nvGrpSpPr>
        <p:grpSpPr>
          <a:xfrm rot="10800000">
            <a:off x="148428" y="2496305"/>
            <a:ext cx="154517" cy="442886"/>
            <a:chOff x="8846561" y="2782361"/>
            <a:chExt cx="154517" cy="442886"/>
          </a:xfrm>
        </p:grpSpPr>
        <p:sp>
          <p:nvSpPr>
            <p:cNvPr id="1270" name="Google Shape;1270;p28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2" name="Google Shape;1272;p28"/>
          <p:cNvGrpSpPr/>
          <p:nvPr/>
        </p:nvGrpSpPr>
        <p:grpSpPr>
          <a:xfrm rot="10800000">
            <a:off x="153779" y="1125004"/>
            <a:ext cx="181204" cy="295450"/>
            <a:chOff x="8814523" y="4301099"/>
            <a:chExt cx="181204" cy="295450"/>
          </a:xfrm>
        </p:grpSpPr>
        <p:sp>
          <p:nvSpPr>
            <p:cNvPr id="1273" name="Google Shape;1273;p28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9" name="Google Shape;1279;p28"/>
          <p:cNvSpPr/>
          <p:nvPr/>
        </p:nvSpPr>
        <p:spPr>
          <a:xfrm rot="10800000">
            <a:off x="8816917" y="2786250"/>
            <a:ext cx="152679" cy="15296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0" name="Google Shape;1280;p28"/>
          <p:cNvGrpSpPr/>
          <p:nvPr/>
        </p:nvGrpSpPr>
        <p:grpSpPr>
          <a:xfrm rot="10800000">
            <a:off x="8815972" y="1791474"/>
            <a:ext cx="154529" cy="443783"/>
            <a:chOff x="179009" y="2072968"/>
            <a:chExt cx="190870" cy="548151"/>
          </a:xfrm>
        </p:grpSpPr>
        <p:sp>
          <p:nvSpPr>
            <p:cNvPr id="1281" name="Google Shape;1281;p28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3" name="Google Shape;1283;p28"/>
          <p:cNvGrpSpPr/>
          <p:nvPr/>
        </p:nvGrpSpPr>
        <p:grpSpPr>
          <a:xfrm rot="10800000">
            <a:off x="8690875" y="162658"/>
            <a:ext cx="279631" cy="259804"/>
            <a:chOff x="6672" y="3464315"/>
            <a:chExt cx="279631" cy="259804"/>
          </a:xfrm>
        </p:grpSpPr>
        <p:sp>
          <p:nvSpPr>
            <p:cNvPr id="1284" name="Google Shape;1284;p28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8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3" name="Google Shape;1293;p28"/>
          <p:cNvSpPr/>
          <p:nvPr/>
        </p:nvSpPr>
        <p:spPr>
          <a:xfrm rot="10800000">
            <a:off x="8436291" y="162657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28"/>
          <p:cNvSpPr txBox="1">
            <a:spLocks noGrp="1"/>
          </p:cNvSpPr>
          <p:nvPr>
            <p:ph type="title" hasCustomPrompt="1"/>
          </p:nvPr>
        </p:nvSpPr>
        <p:spPr>
          <a:xfrm flipH="1">
            <a:off x="5864431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295" name="Google Shape;1295;p28"/>
          <p:cNvSpPr txBox="1">
            <a:spLocks noGrp="1"/>
          </p:cNvSpPr>
          <p:nvPr>
            <p:ph type="subTitle" idx="1"/>
          </p:nvPr>
        </p:nvSpPr>
        <p:spPr>
          <a:xfrm flipH="1">
            <a:off x="5157031" y="1855715"/>
            <a:ext cx="2707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96" name="Google Shape;1296;p28"/>
          <p:cNvSpPr txBox="1">
            <a:spLocks noGrp="1"/>
          </p:cNvSpPr>
          <p:nvPr>
            <p:ph type="title" idx="2"/>
          </p:nvPr>
        </p:nvSpPr>
        <p:spPr>
          <a:xfrm flipH="1">
            <a:off x="3557131" y="1179528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0_2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29"/>
          <p:cNvSpPr/>
          <p:nvPr/>
        </p:nvSpPr>
        <p:spPr>
          <a:xfrm rot="10800000" flipH="1">
            <a:off x="25" y="3544590"/>
            <a:ext cx="9143969" cy="1598911"/>
          </a:xfrm>
          <a:custGeom>
            <a:avLst/>
            <a:gdLst/>
            <a:ahLst/>
            <a:cxnLst/>
            <a:rect l="l" t="t" r="r" b="b"/>
            <a:pathLst>
              <a:path w="44209" h="160735" extrusionOk="0">
                <a:moveTo>
                  <a:pt x="0" y="0"/>
                </a:moveTo>
                <a:lnTo>
                  <a:pt x="0" y="160734"/>
                </a:lnTo>
                <a:lnTo>
                  <a:pt x="44208" y="160734"/>
                </a:lnTo>
                <a:lnTo>
                  <a:pt x="4420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9" name="Google Shape;1299;p29"/>
          <p:cNvSpPr/>
          <p:nvPr/>
        </p:nvSpPr>
        <p:spPr>
          <a:xfrm rot="10800000" flipH="1">
            <a:off x="1349525" y="2585835"/>
            <a:ext cx="1766371" cy="1766392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0" name="Google Shape;1300;p29"/>
          <p:cNvSpPr/>
          <p:nvPr/>
        </p:nvSpPr>
        <p:spPr>
          <a:xfrm rot="10800000" flipH="1">
            <a:off x="1504484" y="2740810"/>
            <a:ext cx="1456430" cy="1456448"/>
          </a:xfrm>
          <a:custGeom>
            <a:avLst/>
            <a:gdLst/>
            <a:ahLst/>
            <a:cxnLst/>
            <a:rect l="l" t="t" r="r" b="b"/>
            <a:pathLst>
              <a:path w="83094" h="83095" extrusionOk="0">
                <a:moveTo>
                  <a:pt x="0" y="1"/>
                </a:moveTo>
                <a:lnTo>
                  <a:pt x="0" y="83094"/>
                </a:lnTo>
                <a:lnTo>
                  <a:pt x="83094" y="83094"/>
                </a:lnTo>
                <a:lnTo>
                  <a:pt x="830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1" name="Google Shape;1301;p29"/>
          <p:cNvSpPr/>
          <p:nvPr/>
        </p:nvSpPr>
        <p:spPr>
          <a:xfrm rot="10800000" flipH="1">
            <a:off x="8209788" y="163420"/>
            <a:ext cx="83286" cy="83286"/>
          </a:xfrm>
          <a:custGeom>
            <a:avLst/>
            <a:gdLst/>
            <a:ahLst/>
            <a:cxnLst/>
            <a:rect l="l" t="t" r="r" b="b"/>
            <a:pathLst>
              <a:path w="2596" h="2596" extrusionOk="0">
                <a:moveTo>
                  <a:pt x="0" y="0"/>
                </a:moveTo>
                <a:lnTo>
                  <a:pt x="0" y="2596"/>
                </a:lnTo>
                <a:lnTo>
                  <a:pt x="2596" y="2596"/>
                </a:lnTo>
                <a:lnTo>
                  <a:pt x="259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29"/>
          <p:cNvSpPr/>
          <p:nvPr/>
        </p:nvSpPr>
        <p:spPr>
          <a:xfrm rot="10800000" flipH="1">
            <a:off x="8395417" y="162650"/>
            <a:ext cx="600135" cy="81778"/>
          </a:xfrm>
          <a:custGeom>
            <a:avLst/>
            <a:gdLst/>
            <a:ahLst/>
            <a:cxnLst/>
            <a:rect l="l" t="t" r="r" b="b"/>
            <a:pathLst>
              <a:path w="18706" h="2549" extrusionOk="0">
                <a:moveTo>
                  <a:pt x="1917" y="1"/>
                </a:moveTo>
                <a:lnTo>
                  <a:pt x="1" y="1941"/>
                </a:lnTo>
                <a:lnTo>
                  <a:pt x="334" y="2275"/>
                </a:lnTo>
                <a:lnTo>
                  <a:pt x="1917" y="667"/>
                </a:lnTo>
                <a:lnTo>
                  <a:pt x="3775" y="2548"/>
                </a:lnTo>
                <a:lnTo>
                  <a:pt x="5644" y="667"/>
                </a:lnTo>
                <a:lnTo>
                  <a:pt x="7502" y="2548"/>
                </a:lnTo>
                <a:lnTo>
                  <a:pt x="9359" y="667"/>
                </a:lnTo>
                <a:lnTo>
                  <a:pt x="11216" y="2548"/>
                </a:lnTo>
                <a:lnTo>
                  <a:pt x="13074" y="667"/>
                </a:lnTo>
                <a:lnTo>
                  <a:pt x="14931" y="2548"/>
                </a:lnTo>
                <a:lnTo>
                  <a:pt x="16788" y="667"/>
                </a:lnTo>
                <a:lnTo>
                  <a:pt x="18372" y="2275"/>
                </a:lnTo>
                <a:lnTo>
                  <a:pt x="18705" y="1941"/>
                </a:lnTo>
                <a:lnTo>
                  <a:pt x="16788" y="1"/>
                </a:lnTo>
                <a:lnTo>
                  <a:pt x="14931" y="1882"/>
                </a:lnTo>
                <a:lnTo>
                  <a:pt x="13074" y="1"/>
                </a:lnTo>
                <a:lnTo>
                  <a:pt x="11216" y="1882"/>
                </a:lnTo>
                <a:lnTo>
                  <a:pt x="9359" y="1"/>
                </a:lnTo>
                <a:lnTo>
                  <a:pt x="7502" y="1882"/>
                </a:lnTo>
                <a:lnTo>
                  <a:pt x="5644" y="1"/>
                </a:lnTo>
                <a:lnTo>
                  <a:pt x="3775" y="1882"/>
                </a:lnTo>
                <a:lnTo>
                  <a:pt x="191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3" name="Google Shape;1303;p29"/>
          <p:cNvGrpSpPr/>
          <p:nvPr/>
        </p:nvGrpSpPr>
        <p:grpSpPr>
          <a:xfrm rot="10800000" flipH="1">
            <a:off x="8841048" y="2496305"/>
            <a:ext cx="154517" cy="442886"/>
            <a:chOff x="8846561" y="2782361"/>
            <a:chExt cx="154517" cy="442886"/>
          </a:xfrm>
        </p:grpSpPr>
        <p:sp>
          <p:nvSpPr>
            <p:cNvPr id="1304" name="Google Shape;1304;p29"/>
            <p:cNvSpPr/>
            <p:nvPr/>
          </p:nvSpPr>
          <p:spPr>
            <a:xfrm>
              <a:off x="8846561" y="2782361"/>
              <a:ext cx="154517" cy="154132"/>
            </a:xfrm>
            <a:custGeom>
              <a:avLst/>
              <a:gdLst/>
              <a:ahLst/>
              <a:cxnLst/>
              <a:rect l="l" t="t" r="r" b="b"/>
              <a:pathLst>
                <a:path w="4823" h="4811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49"/>
                  </a:lnTo>
                  <a:lnTo>
                    <a:pt x="762" y="4811"/>
                  </a:lnTo>
                  <a:lnTo>
                    <a:pt x="2417" y="3168"/>
                  </a:lnTo>
                  <a:lnTo>
                    <a:pt x="4060" y="4811"/>
                  </a:lnTo>
                  <a:lnTo>
                    <a:pt x="4822" y="4049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8846561" y="3070730"/>
              <a:ext cx="154517" cy="154517"/>
            </a:xfrm>
            <a:custGeom>
              <a:avLst/>
              <a:gdLst/>
              <a:ahLst/>
              <a:cxnLst/>
              <a:rect l="l" t="t" r="r" b="b"/>
              <a:pathLst>
                <a:path w="4823" h="4823" extrusionOk="0">
                  <a:moveTo>
                    <a:pt x="762" y="1"/>
                  </a:moveTo>
                  <a:lnTo>
                    <a:pt x="0" y="763"/>
                  </a:lnTo>
                  <a:lnTo>
                    <a:pt x="1643" y="2406"/>
                  </a:lnTo>
                  <a:lnTo>
                    <a:pt x="0" y="4061"/>
                  </a:lnTo>
                  <a:lnTo>
                    <a:pt x="762" y="4823"/>
                  </a:lnTo>
                  <a:lnTo>
                    <a:pt x="2417" y="3180"/>
                  </a:lnTo>
                  <a:lnTo>
                    <a:pt x="4060" y="4823"/>
                  </a:lnTo>
                  <a:lnTo>
                    <a:pt x="4822" y="4061"/>
                  </a:lnTo>
                  <a:lnTo>
                    <a:pt x="3179" y="2406"/>
                  </a:lnTo>
                  <a:lnTo>
                    <a:pt x="4822" y="763"/>
                  </a:lnTo>
                  <a:lnTo>
                    <a:pt x="4060" y="1"/>
                  </a:lnTo>
                  <a:lnTo>
                    <a:pt x="2417" y="1644"/>
                  </a:lnTo>
                  <a:lnTo>
                    <a:pt x="7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6" name="Google Shape;1306;p29"/>
          <p:cNvGrpSpPr/>
          <p:nvPr/>
        </p:nvGrpSpPr>
        <p:grpSpPr>
          <a:xfrm rot="10800000" flipH="1">
            <a:off x="8809011" y="1125004"/>
            <a:ext cx="181204" cy="295450"/>
            <a:chOff x="8814523" y="4301099"/>
            <a:chExt cx="181204" cy="295450"/>
          </a:xfrm>
        </p:grpSpPr>
        <p:sp>
          <p:nvSpPr>
            <p:cNvPr id="1307" name="Google Shape;1307;p29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9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3" name="Google Shape;1313;p29"/>
          <p:cNvSpPr/>
          <p:nvPr/>
        </p:nvSpPr>
        <p:spPr>
          <a:xfrm rot="10800000" flipH="1">
            <a:off x="174398" y="2786250"/>
            <a:ext cx="152679" cy="15296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4" name="Google Shape;1314;p29"/>
          <p:cNvGrpSpPr/>
          <p:nvPr/>
        </p:nvGrpSpPr>
        <p:grpSpPr>
          <a:xfrm rot="10800000" flipH="1">
            <a:off x="173493" y="1791474"/>
            <a:ext cx="154529" cy="443783"/>
            <a:chOff x="179009" y="2072968"/>
            <a:chExt cx="190870" cy="548151"/>
          </a:xfrm>
        </p:grpSpPr>
        <p:sp>
          <p:nvSpPr>
            <p:cNvPr id="1315" name="Google Shape;1315;p29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9"/>
          <p:cNvGrpSpPr/>
          <p:nvPr/>
        </p:nvGrpSpPr>
        <p:grpSpPr>
          <a:xfrm rot="10800000" flipH="1">
            <a:off x="173487" y="162658"/>
            <a:ext cx="279631" cy="259804"/>
            <a:chOff x="6672" y="3464315"/>
            <a:chExt cx="279631" cy="259804"/>
          </a:xfrm>
        </p:grpSpPr>
        <p:sp>
          <p:nvSpPr>
            <p:cNvPr id="1318" name="Google Shape;1318;p29"/>
            <p:cNvSpPr/>
            <p:nvPr/>
          </p:nvSpPr>
          <p:spPr>
            <a:xfrm>
              <a:off x="246938" y="3577534"/>
              <a:ext cx="39365" cy="33526"/>
            </a:xfrm>
            <a:custGeom>
              <a:avLst/>
              <a:gdLst/>
              <a:ahLst/>
              <a:cxnLst/>
              <a:rect l="l" t="t" r="r" b="b"/>
              <a:pathLst>
                <a:path w="1227" h="1045" extrusionOk="0">
                  <a:moveTo>
                    <a:pt x="526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39" y="1044"/>
                    <a:pt x="524" y="1044"/>
                  </a:cubicBezTo>
                  <a:cubicBezTo>
                    <a:pt x="989" y="1044"/>
                    <a:pt x="1227" y="484"/>
                    <a:pt x="894" y="151"/>
                  </a:cubicBezTo>
                  <a:cubicBezTo>
                    <a:pt x="786" y="47"/>
                    <a:pt x="655" y="1"/>
                    <a:pt x="5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126982" y="3577534"/>
              <a:ext cx="39012" cy="33526"/>
            </a:xfrm>
            <a:custGeom>
              <a:avLst/>
              <a:gdLst/>
              <a:ahLst/>
              <a:cxnLst/>
              <a:rect l="l" t="t" r="r" b="b"/>
              <a:pathLst>
                <a:path w="1216" h="1045" extrusionOk="0">
                  <a:moveTo>
                    <a:pt x="527" y="1"/>
                  </a:moveTo>
                  <a:cubicBezTo>
                    <a:pt x="257" y="1"/>
                    <a:pt x="1" y="206"/>
                    <a:pt x="1" y="520"/>
                  </a:cubicBezTo>
                  <a:cubicBezTo>
                    <a:pt x="1" y="806"/>
                    <a:pt x="227" y="1044"/>
                    <a:pt x="525" y="1044"/>
                  </a:cubicBezTo>
                  <a:cubicBezTo>
                    <a:pt x="989" y="1044"/>
                    <a:pt x="1215" y="484"/>
                    <a:pt x="894" y="151"/>
                  </a:cubicBezTo>
                  <a:cubicBezTo>
                    <a:pt x="786" y="47"/>
                    <a:pt x="655" y="1"/>
                    <a:pt x="5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6672" y="3577374"/>
              <a:ext cx="39365" cy="33687"/>
            </a:xfrm>
            <a:custGeom>
              <a:avLst/>
              <a:gdLst/>
              <a:ahLst/>
              <a:cxnLst/>
              <a:rect l="l" t="t" r="r" b="b"/>
              <a:pathLst>
                <a:path w="1227" h="1050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246938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26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4" y="156"/>
                  </a:cubicBezTo>
                  <a:cubicBezTo>
                    <a:pt x="786" y="48"/>
                    <a:pt x="654" y="0"/>
                    <a:pt x="5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126982" y="3464315"/>
              <a:ext cx="39012" cy="33655"/>
            </a:xfrm>
            <a:custGeom>
              <a:avLst/>
              <a:gdLst/>
              <a:ahLst/>
              <a:cxnLst/>
              <a:rect l="l" t="t" r="r" b="b"/>
              <a:pathLst>
                <a:path w="1216" h="1049" extrusionOk="0">
                  <a:moveTo>
                    <a:pt x="523" y="0"/>
                  </a:moveTo>
                  <a:cubicBezTo>
                    <a:pt x="257" y="0"/>
                    <a:pt x="1" y="211"/>
                    <a:pt x="1" y="525"/>
                  </a:cubicBezTo>
                  <a:cubicBezTo>
                    <a:pt x="1" y="811"/>
                    <a:pt x="227" y="1049"/>
                    <a:pt x="525" y="1049"/>
                  </a:cubicBezTo>
                  <a:cubicBezTo>
                    <a:pt x="989" y="1049"/>
                    <a:pt x="1215" y="489"/>
                    <a:pt x="882" y="156"/>
                  </a:cubicBezTo>
                  <a:cubicBezTo>
                    <a:pt x="778" y="48"/>
                    <a:pt x="649" y="0"/>
                    <a:pt x="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6672" y="3464315"/>
              <a:ext cx="39365" cy="33655"/>
            </a:xfrm>
            <a:custGeom>
              <a:avLst/>
              <a:gdLst/>
              <a:ahLst/>
              <a:cxnLst/>
              <a:rect l="l" t="t" r="r" b="b"/>
              <a:pathLst>
                <a:path w="1227" h="1049" extrusionOk="0">
                  <a:moveTo>
                    <a:pt x="531" y="0"/>
                  </a:moveTo>
                  <a:cubicBezTo>
                    <a:pt x="262" y="0"/>
                    <a:pt x="1" y="211"/>
                    <a:pt x="1" y="525"/>
                  </a:cubicBezTo>
                  <a:cubicBezTo>
                    <a:pt x="1" y="811"/>
                    <a:pt x="239" y="1049"/>
                    <a:pt x="524" y="1049"/>
                  </a:cubicBezTo>
                  <a:cubicBezTo>
                    <a:pt x="989" y="1049"/>
                    <a:pt x="1227" y="489"/>
                    <a:pt x="893" y="156"/>
                  </a:cubicBezTo>
                  <a:cubicBezTo>
                    <a:pt x="790" y="48"/>
                    <a:pt x="660" y="0"/>
                    <a:pt x="5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246938" y="3690721"/>
              <a:ext cx="39365" cy="33398"/>
            </a:xfrm>
            <a:custGeom>
              <a:avLst/>
              <a:gdLst/>
              <a:ahLst/>
              <a:cxnLst/>
              <a:rect l="l" t="t" r="r" b="b"/>
              <a:pathLst>
                <a:path w="1227" h="1041" extrusionOk="0">
                  <a:moveTo>
                    <a:pt x="521" y="1"/>
                  </a:moveTo>
                  <a:cubicBezTo>
                    <a:pt x="254" y="1"/>
                    <a:pt x="1" y="208"/>
                    <a:pt x="1" y="528"/>
                  </a:cubicBezTo>
                  <a:cubicBezTo>
                    <a:pt x="1" y="814"/>
                    <a:pt x="239" y="1040"/>
                    <a:pt x="524" y="1040"/>
                  </a:cubicBezTo>
                  <a:cubicBezTo>
                    <a:pt x="989" y="1040"/>
                    <a:pt x="1227" y="481"/>
                    <a:pt x="894" y="159"/>
                  </a:cubicBezTo>
                  <a:cubicBezTo>
                    <a:pt x="784" y="50"/>
                    <a:pt x="651" y="1"/>
                    <a:pt x="5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126982" y="3690625"/>
              <a:ext cx="39012" cy="33494"/>
            </a:xfrm>
            <a:custGeom>
              <a:avLst/>
              <a:gdLst/>
              <a:ahLst/>
              <a:cxnLst/>
              <a:rect l="l" t="t" r="r" b="b"/>
              <a:pathLst>
                <a:path w="1216" h="1044" extrusionOk="0">
                  <a:moveTo>
                    <a:pt x="525" y="0"/>
                  </a:moveTo>
                  <a:cubicBezTo>
                    <a:pt x="259" y="0"/>
                    <a:pt x="1" y="208"/>
                    <a:pt x="1" y="531"/>
                  </a:cubicBezTo>
                  <a:cubicBezTo>
                    <a:pt x="1" y="817"/>
                    <a:pt x="227" y="1043"/>
                    <a:pt x="525" y="1043"/>
                  </a:cubicBezTo>
                  <a:cubicBezTo>
                    <a:pt x="989" y="1043"/>
                    <a:pt x="1215" y="484"/>
                    <a:pt x="882" y="150"/>
                  </a:cubicBezTo>
                  <a:cubicBezTo>
                    <a:pt x="779" y="47"/>
                    <a:pt x="651" y="0"/>
                    <a:pt x="5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6672" y="3690625"/>
              <a:ext cx="39365" cy="33494"/>
            </a:xfrm>
            <a:custGeom>
              <a:avLst/>
              <a:gdLst/>
              <a:ahLst/>
              <a:cxnLst/>
              <a:rect l="l" t="t" r="r" b="b"/>
              <a:pathLst>
                <a:path w="1227" h="1044" extrusionOk="0">
                  <a:moveTo>
                    <a:pt x="528" y="0"/>
                  </a:moveTo>
                  <a:cubicBezTo>
                    <a:pt x="258" y="0"/>
                    <a:pt x="1" y="208"/>
                    <a:pt x="1" y="531"/>
                  </a:cubicBezTo>
                  <a:cubicBezTo>
                    <a:pt x="1" y="817"/>
                    <a:pt x="239" y="1043"/>
                    <a:pt x="524" y="1043"/>
                  </a:cubicBezTo>
                  <a:cubicBezTo>
                    <a:pt x="989" y="1043"/>
                    <a:pt x="1227" y="484"/>
                    <a:pt x="893" y="150"/>
                  </a:cubicBezTo>
                  <a:cubicBezTo>
                    <a:pt x="786" y="47"/>
                    <a:pt x="656" y="0"/>
                    <a:pt x="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7" name="Google Shape;1327;p29"/>
          <p:cNvSpPr/>
          <p:nvPr/>
        </p:nvSpPr>
        <p:spPr>
          <a:xfrm rot="10800000" flipH="1">
            <a:off x="601478" y="162657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9"/>
          <p:cNvSpPr txBox="1">
            <a:spLocks noGrp="1"/>
          </p:cNvSpPr>
          <p:nvPr>
            <p:ph type="title" hasCustomPrompt="1"/>
          </p:nvPr>
        </p:nvSpPr>
        <p:spPr>
          <a:xfrm>
            <a:off x="1186163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329" name="Google Shape;1329;p29"/>
          <p:cNvSpPr txBox="1">
            <a:spLocks noGrp="1"/>
          </p:cNvSpPr>
          <p:nvPr>
            <p:ph type="subTitle" idx="1"/>
          </p:nvPr>
        </p:nvSpPr>
        <p:spPr>
          <a:xfrm>
            <a:off x="1294513" y="1855715"/>
            <a:ext cx="2707800" cy="6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30" name="Google Shape;1330;p29"/>
          <p:cNvSpPr txBox="1">
            <a:spLocks noGrp="1"/>
          </p:cNvSpPr>
          <p:nvPr>
            <p:ph type="title" idx="2"/>
          </p:nvPr>
        </p:nvSpPr>
        <p:spPr>
          <a:xfrm>
            <a:off x="1294513" y="1179528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ITLE_AND_TWO_COLUMNS_1_1_2_1"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41"/>
          <p:cNvSpPr txBox="1">
            <a:spLocks noGrp="1"/>
          </p:cNvSpPr>
          <p:nvPr>
            <p:ph type="subTitle" idx="1"/>
          </p:nvPr>
        </p:nvSpPr>
        <p:spPr>
          <a:xfrm>
            <a:off x="5890230" y="1879200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Libre Franklin ExtraBold"/>
              <a:buNone/>
              <a:defRPr sz="18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endParaRPr/>
          </a:p>
        </p:txBody>
      </p:sp>
      <p:sp>
        <p:nvSpPr>
          <p:cNvPr id="1755" name="Google Shape;1755;p41"/>
          <p:cNvSpPr txBox="1">
            <a:spLocks noGrp="1"/>
          </p:cNvSpPr>
          <p:nvPr>
            <p:ph type="subTitle" idx="2"/>
          </p:nvPr>
        </p:nvSpPr>
        <p:spPr>
          <a:xfrm>
            <a:off x="5890230" y="3588825"/>
            <a:ext cx="2311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56" name="Google Shape;1756;p41"/>
          <p:cNvSpPr txBox="1">
            <a:spLocks noGrp="1"/>
          </p:cNvSpPr>
          <p:nvPr>
            <p:ph type="subTitle" idx="3"/>
          </p:nvPr>
        </p:nvSpPr>
        <p:spPr>
          <a:xfrm>
            <a:off x="5890230" y="3252525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Libre Franklin ExtraBold"/>
              <a:buNone/>
              <a:defRPr sz="18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endParaRPr/>
          </a:p>
        </p:txBody>
      </p:sp>
      <p:sp>
        <p:nvSpPr>
          <p:cNvPr id="1757" name="Google Shape;1757;p41"/>
          <p:cNvSpPr txBox="1">
            <a:spLocks noGrp="1"/>
          </p:cNvSpPr>
          <p:nvPr>
            <p:ph type="subTitle" idx="4"/>
          </p:nvPr>
        </p:nvSpPr>
        <p:spPr>
          <a:xfrm>
            <a:off x="1603801" y="3588825"/>
            <a:ext cx="2311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58" name="Google Shape;1758;p41"/>
          <p:cNvSpPr txBox="1">
            <a:spLocks noGrp="1"/>
          </p:cNvSpPr>
          <p:nvPr>
            <p:ph type="subTitle" idx="5"/>
          </p:nvPr>
        </p:nvSpPr>
        <p:spPr>
          <a:xfrm>
            <a:off x="1603801" y="3252525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Libre Franklin ExtraBold"/>
              <a:buNone/>
              <a:defRPr sz="18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endParaRPr/>
          </a:p>
        </p:txBody>
      </p:sp>
      <p:sp>
        <p:nvSpPr>
          <p:cNvPr id="1759" name="Google Shape;1759;p41"/>
          <p:cNvSpPr txBox="1">
            <a:spLocks noGrp="1"/>
          </p:cNvSpPr>
          <p:nvPr>
            <p:ph type="subTitle" idx="6"/>
          </p:nvPr>
        </p:nvSpPr>
        <p:spPr>
          <a:xfrm>
            <a:off x="5890230" y="2215498"/>
            <a:ext cx="2311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60" name="Google Shape;1760;p41"/>
          <p:cNvSpPr txBox="1">
            <a:spLocks noGrp="1"/>
          </p:cNvSpPr>
          <p:nvPr>
            <p:ph type="subTitle" idx="7"/>
          </p:nvPr>
        </p:nvSpPr>
        <p:spPr>
          <a:xfrm>
            <a:off x="1603801" y="2215498"/>
            <a:ext cx="2311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61" name="Google Shape;1761;p41"/>
          <p:cNvSpPr txBox="1">
            <a:spLocks noGrp="1"/>
          </p:cNvSpPr>
          <p:nvPr>
            <p:ph type="subTitle" idx="8"/>
          </p:nvPr>
        </p:nvSpPr>
        <p:spPr>
          <a:xfrm>
            <a:off x="1603801" y="1879200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Libre Franklin ExtraBold"/>
              <a:buNone/>
              <a:defRPr sz="18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Libre Franklin ExtraBold"/>
              <a:buNone/>
              <a:defRPr sz="2400"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endParaRPr/>
          </a:p>
        </p:txBody>
      </p:sp>
      <p:sp>
        <p:nvSpPr>
          <p:cNvPr id="1762" name="Google Shape;1762;p41"/>
          <p:cNvSpPr txBox="1">
            <a:spLocks noGrp="1"/>
          </p:cNvSpPr>
          <p:nvPr>
            <p:ph type="title" hasCustomPrompt="1"/>
          </p:nvPr>
        </p:nvSpPr>
        <p:spPr>
          <a:xfrm>
            <a:off x="94227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t>xx%</a:t>
            </a:r>
          </a:p>
        </p:txBody>
      </p:sp>
      <p:sp>
        <p:nvSpPr>
          <p:cNvPr id="1763" name="Google Shape;1763;p41"/>
          <p:cNvSpPr txBox="1">
            <a:spLocks noGrp="1"/>
          </p:cNvSpPr>
          <p:nvPr>
            <p:ph type="title" idx="9" hasCustomPrompt="1"/>
          </p:nvPr>
        </p:nvSpPr>
        <p:spPr>
          <a:xfrm>
            <a:off x="522872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t>xx%</a:t>
            </a:r>
          </a:p>
        </p:txBody>
      </p:sp>
      <p:sp>
        <p:nvSpPr>
          <p:cNvPr id="1764" name="Google Shape;1764;p41"/>
          <p:cNvSpPr txBox="1">
            <a:spLocks noGrp="1"/>
          </p:cNvSpPr>
          <p:nvPr>
            <p:ph type="title" idx="13" hasCustomPrompt="1"/>
          </p:nvPr>
        </p:nvSpPr>
        <p:spPr>
          <a:xfrm>
            <a:off x="94227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t>xx%</a:t>
            </a:r>
          </a:p>
        </p:txBody>
      </p:sp>
      <p:sp>
        <p:nvSpPr>
          <p:cNvPr id="1765" name="Google Shape;1765;p41"/>
          <p:cNvSpPr txBox="1">
            <a:spLocks noGrp="1"/>
          </p:cNvSpPr>
          <p:nvPr>
            <p:ph type="title" idx="14" hasCustomPrompt="1"/>
          </p:nvPr>
        </p:nvSpPr>
        <p:spPr>
          <a:xfrm>
            <a:off x="522872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Darker Grotesque"/>
              <a:buNone/>
              <a:defRPr sz="48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r>
              <a:t>xx%</a:t>
            </a:r>
          </a:p>
        </p:txBody>
      </p:sp>
      <p:sp>
        <p:nvSpPr>
          <p:cNvPr id="1766" name="Google Shape;1766;p41"/>
          <p:cNvSpPr/>
          <p:nvPr/>
        </p:nvSpPr>
        <p:spPr>
          <a:xfrm>
            <a:off x="8858169" y="1392224"/>
            <a:ext cx="123999" cy="124231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7" name="Google Shape;1767;p41"/>
          <p:cNvGrpSpPr/>
          <p:nvPr/>
        </p:nvGrpSpPr>
        <p:grpSpPr>
          <a:xfrm>
            <a:off x="8857421" y="1890997"/>
            <a:ext cx="125497" cy="360409"/>
            <a:chOff x="179009" y="2072968"/>
            <a:chExt cx="190870" cy="548151"/>
          </a:xfrm>
        </p:grpSpPr>
        <p:sp>
          <p:nvSpPr>
            <p:cNvPr id="1768" name="Google Shape;1768;p41"/>
            <p:cNvSpPr/>
            <p:nvPr/>
          </p:nvSpPr>
          <p:spPr>
            <a:xfrm>
              <a:off x="179009" y="2072968"/>
              <a:ext cx="190870" cy="190870"/>
            </a:xfrm>
            <a:custGeom>
              <a:avLst/>
              <a:gdLst/>
              <a:ahLst/>
              <a:cxnLst/>
              <a:rect l="l" t="t" r="r" b="b"/>
              <a:pathLst>
                <a:path w="5954" h="5954" extrusionOk="0">
                  <a:moveTo>
                    <a:pt x="941" y="1"/>
                  </a:moveTo>
                  <a:lnTo>
                    <a:pt x="0" y="953"/>
                  </a:lnTo>
                  <a:lnTo>
                    <a:pt x="2036" y="2977"/>
                  </a:lnTo>
                  <a:lnTo>
                    <a:pt x="0" y="5013"/>
                  </a:lnTo>
                  <a:lnTo>
                    <a:pt x="941" y="5954"/>
                  </a:lnTo>
                  <a:lnTo>
                    <a:pt x="2977" y="3930"/>
                  </a:lnTo>
                  <a:lnTo>
                    <a:pt x="5013" y="5954"/>
                  </a:lnTo>
                  <a:lnTo>
                    <a:pt x="5953" y="5013"/>
                  </a:lnTo>
                  <a:lnTo>
                    <a:pt x="3929" y="2977"/>
                  </a:lnTo>
                  <a:lnTo>
                    <a:pt x="5953" y="953"/>
                  </a:lnTo>
                  <a:lnTo>
                    <a:pt x="5013" y="1"/>
                  </a:lnTo>
                  <a:lnTo>
                    <a:pt x="2977" y="2037"/>
                  </a:lnTo>
                  <a:lnTo>
                    <a:pt x="9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1"/>
            <p:cNvSpPr/>
            <p:nvPr/>
          </p:nvSpPr>
          <p:spPr>
            <a:xfrm>
              <a:off x="179009" y="2429864"/>
              <a:ext cx="190870" cy="191255"/>
            </a:xfrm>
            <a:custGeom>
              <a:avLst/>
              <a:gdLst/>
              <a:ahLst/>
              <a:cxnLst/>
              <a:rect l="l" t="t" r="r" b="b"/>
              <a:pathLst>
                <a:path w="5954" h="5966" extrusionOk="0">
                  <a:moveTo>
                    <a:pt x="941" y="0"/>
                  </a:moveTo>
                  <a:lnTo>
                    <a:pt x="0" y="953"/>
                  </a:lnTo>
                  <a:lnTo>
                    <a:pt x="2036" y="2988"/>
                  </a:lnTo>
                  <a:lnTo>
                    <a:pt x="0" y="5013"/>
                  </a:lnTo>
                  <a:lnTo>
                    <a:pt x="941" y="5965"/>
                  </a:lnTo>
                  <a:lnTo>
                    <a:pt x="2977" y="3929"/>
                  </a:lnTo>
                  <a:lnTo>
                    <a:pt x="5013" y="5965"/>
                  </a:lnTo>
                  <a:lnTo>
                    <a:pt x="5953" y="5013"/>
                  </a:lnTo>
                  <a:lnTo>
                    <a:pt x="3929" y="2988"/>
                  </a:lnTo>
                  <a:lnTo>
                    <a:pt x="5953" y="953"/>
                  </a:lnTo>
                  <a:lnTo>
                    <a:pt x="5013" y="0"/>
                  </a:lnTo>
                  <a:lnTo>
                    <a:pt x="2977" y="2036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0" name="Google Shape;1770;p41"/>
          <p:cNvSpPr/>
          <p:nvPr/>
        </p:nvSpPr>
        <p:spPr>
          <a:xfrm>
            <a:off x="217385" y="4807396"/>
            <a:ext cx="81222" cy="81222"/>
          </a:xfrm>
          <a:custGeom>
            <a:avLst/>
            <a:gdLst/>
            <a:ahLst/>
            <a:cxnLst/>
            <a:rect l="l" t="t" r="r" b="b"/>
            <a:pathLst>
              <a:path w="2537" h="2537" extrusionOk="0">
                <a:moveTo>
                  <a:pt x="1" y="1"/>
                </a:moveTo>
                <a:lnTo>
                  <a:pt x="1" y="2537"/>
                </a:lnTo>
                <a:lnTo>
                  <a:pt x="2537" y="2537"/>
                </a:lnTo>
                <a:lnTo>
                  <a:pt x="25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41"/>
          <p:cNvSpPr/>
          <p:nvPr/>
        </p:nvSpPr>
        <p:spPr>
          <a:xfrm>
            <a:off x="398458" y="4809701"/>
            <a:ext cx="585138" cy="79685"/>
          </a:xfrm>
          <a:custGeom>
            <a:avLst/>
            <a:gdLst/>
            <a:ahLst/>
            <a:cxnLst/>
            <a:rect l="l" t="t" r="r" b="b"/>
            <a:pathLst>
              <a:path w="18277" h="2489" extrusionOk="0">
                <a:moveTo>
                  <a:pt x="1869" y="0"/>
                </a:moveTo>
                <a:lnTo>
                  <a:pt x="0" y="1893"/>
                </a:lnTo>
                <a:lnTo>
                  <a:pt x="322" y="2215"/>
                </a:lnTo>
                <a:lnTo>
                  <a:pt x="1869" y="655"/>
                </a:lnTo>
                <a:lnTo>
                  <a:pt x="3691" y="2488"/>
                </a:lnTo>
                <a:lnTo>
                  <a:pt x="5501" y="655"/>
                </a:lnTo>
                <a:lnTo>
                  <a:pt x="7322" y="2488"/>
                </a:lnTo>
                <a:lnTo>
                  <a:pt x="9144" y="655"/>
                </a:lnTo>
                <a:lnTo>
                  <a:pt x="10954" y="2488"/>
                </a:lnTo>
                <a:lnTo>
                  <a:pt x="12775" y="655"/>
                </a:lnTo>
                <a:lnTo>
                  <a:pt x="14585" y="2488"/>
                </a:lnTo>
                <a:lnTo>
                  <a:pt x="16407" y="655"/>
                </a:lnTo>
                <a:lnTo>
                  <a:pt x="17955" y="2215"/>
                </a:lnTo>
                <a:lnTo>
                  <a:pt x="18276" y="1893"/>
                </a:lnTo>
                <a:lnTo>
                  <a:pt x="16407" y="0"/>
                </a:lnTo>
                <a:lnTo>
                  <a:pt x="14585" y="1846"/>
                </a:lnTo>
                <a:lnTo>
                  <a:pt x="12775" y="0"/>
                </a:lnTo>
                <a:lnTo>
                  <a:pt x="10954" y="1846"/>
                </a:lnTo>
                <a:lnTo>
                  <a:pt x="9132" y="0"/>
                </a:lnTo>
                <a:lnTo>
                  <a:pt x="7322" y="1846"/>
                </a:lnTo>
                <a:lnTo>
                  <a:pt x="5501" y="0"/>
                </a:lnTo>
                <a:lnTo>
                  <a:pt x="3691" y="1846"/>
                </a:lnTo>
                <a:lnTo>
                  <a:pt x="186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72" name="Google Shape;1772;p41"/>
          <p:cNvCxnSpPr/>
          <p:nvPr/>
        </p:nvCxnSpPr>
        <p:spPr>
          <a:xfrm>
            <a:off x="-8550" y="1145950"/>
            <a:ext cx="91611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3" name="Google Shape;1773;p41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●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○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■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●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○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■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●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55600" algn="ctr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Char char="○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55600" algn="ctr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000"/>
              <a:buFont typeface="Darker Grotesque Medium"/>
              <a:buChar char="■"/>
              <a:defRPr sz="20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8" r:id="rId5"/>
    <p:sldLayoutId id="2147483669" r:id="rId6"/>
    <p:sldLayoutId id="2147483670" r:id="rId7"/>
    <p:sldLayoutId id="2147483673" r:id="rId8"/>
    <p:sldLayoutId id="2147483674" r:id="rId9"/>
    <p:sldLayoutId id="2147483675" r:id="rId10"/>
    <p:sldLayoutId id="214748368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61"/>
          <p:cNvSpPr txBox="1">
            <a:spLocks noGrp="1"/>
          </p:cNvSpPr>
          <p:nvPr>
            <p:ph type="ctrTitle"/>
          </p:nvPr>
        </p:nvSpPr>
        <p:spPr>
          <a:xfrm>
            <a:off x="481263" y="2238450"/>
            <a:ext cx="8165431" cy="6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de-DE" sz="2400" dirty="0"/>
              <a:t>Gamification in der Programmierausbildung – Ein Lernspiel zur Festigung vorhandener Kenntnisse</a:t>
            </a:r>
            <a:endParaRPr sz="2400" dirty="0"/>
          </a:p>
        </p:txBody>
      </p:sp>
      <p:sp>
        <p:nvSpPr>
          <p:cNvPr id="2279" name="Google Shape;2279;p61"/>
          <p:cNvSpPr txBox="1">
            <a:spLocks noGrp="1"/>
          </p:cNvSpPr>
          <p:nvPr>
            <p:ph type="subTitle" idx="1"/>
          </p:nvPr>
        </p:nvSpPr>
        <p:spPr>
          <a:xfrm>
            <a:off x="1616400" y="3008700"/>
            <a:ext cx="5911200" cy="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Max Fritsche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Duale Hochschule Sachsen - Leipzig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63"/>
          <p:cNvSpPr/>
          <p:nvPr/>
        </p:nvSpPr>
        <p:spPr>
          <a:xfrm flipH="1">
            <a:off x="5228720" y="3492552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63"/>
          <p:cNvSpPr/>
          <p:nvPr/>
        </p:nvSpPr>
        <p:spPr>
          <a:xfrm flipH="1">
            <a:off x="5228707" y="2120234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63"/>
          <p:cNvSpPr/>
          <p:nvPr/>
        </p:nvSpPr>
        <p:spPr>
          <a:xfrm flipH="1">
            <a:off x="942270" y="3492562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63"/>
          <p:cNvSpPr/>
          <p:nvPr/>
        </p:nvSpPr>
        <p:spPr>
          <a:xfrm flipH="1">
            <a:off x="942275" y="2120225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63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Aufbau der </a:t>
            </a:r>
            <a:r>
              <a:rPr lang="en" dirty="0" err="1"/>
              <a:t>Präsentation</a:t>
            </a:r>
            <a:endParaRPr dirty="0"/>
          </a:p>
        </p:txBody>
      </p:sp>
      <p:sp>
        <p:nvSpPr>
          <p:cNvPr id="2296" name="Google Shape;2296;p63"/>
          <p:cNvSpPr txBox="1">
            <a:spLocks noGrp="1"/>
          </p:cNvSpPr>
          <p:nvPr>
            <p:ph type="subTitle" idx="3"/>
          </p:nvPr>
        </p:nvSpPr>
        <p:spPr>
          <a:xfrm>
            <a:off x="5890230" y="3599061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Stand der Technik</a:t>
            </a:r>
            <a:endParaRPr dirty="0"/>
          </a:p>
        </p:txBody>
      </p:sp>
      <p:sp>
        <p:nvSpPr>
          <p:cNvPr id="2298" name="Google Shape;2298;p63"/>
          <p:cNvSpPr txBox="1">
            <a:spLocks noGrp="1"/>
          </p:cNvSpPr>
          <p:nvPr>
            <p:ph type="subTitle" idx="5"/>
          </p:nvPr>
        </p:nvSpPr>
        <p:spPr>
          <a:xfrm>
            <a:off x="1603767" y="3492552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Forschungsfrage</a:t>
            </a:r>
            <a:r>
              <a:rPr lang="en" dirty="0"/>
              <a:t> &amp; </a:t>
            </a:r>
            <a:r>
              <a:rPr lang="en" dirty="0" err="1"/>
              <a:t>Hypothese</a:t>
            </a:r>
            <a:endParaRPr dirty="0"/>
          </a:p>
        </p:txBody>
      </p:sp>
      <p:sp>
        <p:nvSpPr>
          <p:cNvPr id="2300" name="Google Shape;2300;p63"/>
          <p:cNvSpPr txBox="1">
            <a:spLocks noGrp="1"/>
          </p:cNvSpPr>
          <p:nvPr>
            <p:ph type="subTitle" idx="1"/>
          </p:nvPr>
        </p:nvSpPr>
        <p:spPr>
          <a:xfrm>
            <a:off x="5890230" y="214716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Theoretische</a:t>
            </a:r>
            <a:r>
              <a:rPr lang="en" dirty="0"/>
              <a:t> </a:t>
            </a:r>
            <a:r>
              <a:rPr lang="en" dirty="0" err="1"/>
              <a:t>Grundlagen</a:t>
            </a:r>
            <a:endParaRPr dirty="0"/>
          </a:p>
        </p:txBody>
      </p:sp>
      <p:sp>
        <p:nvSpPr>
          <p:cNvPr id="2302" name="Google Shape;2302;p63"/>
          <p:cNvSpPr txBox="1">
            <a:spLocks noGrp="1"/>
          </p:cNvSpPr>
          <p:nvPr>
            <p:ph type="subTitle" idx="8"/>
          </p:nvPr>
        </p:nvSpPr>
        <p:spPr>
          <a:xfrm>
            <a:off x="1603801" y="214962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Motivation &amp; </a:t>
            </a:r>
            <a:r>
              <a:rPr lang="en" dirty="0" err="1"/>
              <a:t>Problemstellung</a:t>
            </a:r>
            <a:endParaRPr dirty="0"/>
          </a:p>
        </p:txBody>
      </p:sp>
      <p:sp>
        <p:nvSpPr>
          <p:cNvPr id="2303" name="Google Shape;2303;p63"/>
          <p:cNvSpPr txBox="1">
            <a:spLocks noGrp="1"/>
          </p:cNvSpPr>
          <p:nvPr>
            <p:ph type="title"/>
          </p:nvPr>
        </p:nvSpPr>
        <p:spPr>
          <a:xfrm>
            <a:off x="94227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304" name="Google Shape;2304;p63"/>
          <p:cNvSpPr txBox="1">
            <a:spLocks noGrp="1"/>
          </p:cNvSpPr>
          <p:nvPr>
            <p:ph type="title" idx="13"/>
          </p:nvPr>
        </p:nvSpPr>
        <p:spPr>
          <a:xfrm>
            <a:off x="94227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05" name="Google Shape;2305;p63"/>
          <p:cNvSpPr txBox="1">
            <a:spLocks noGrp="1"/>
          </p:cNvSpPr>
          <p:nvPr>
            <p:ph type="title" idx="9"/>
          </p:nvPr>
        </p:nvSpPr>
        <p:spPr>
          <a:xfrm>
            <a:off x="522872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306" name="Google Shape;2306;p63"/>
          <p:cNvSpPr txBox="1">
            <a:spLocks noGrp="1"/>
          </p:cNvSpPr>
          <p:nvPr>
            <p:ph type="title" idx="14"/>
          </p:nvPr>
        </p:nvSpPr>
        <p:spPr>
          <a:xfrm>
            <a:off x="522872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307" name="Google Shape;2307;p63"/>
          <p:cNvSpPr/>
          <p:nvPr/>
        </p:nvSpPr>
        <p:spPr>
          <a:xfrm flipH="1">
            <a:off x="5228710" y="330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63"/>
          <p:cNvSpPr/>
          <p:nvPr/>
        </p:nvSpPr>
        <p:spPr>
          <a:xfrm flipH="1">
            <a:off x="5732816" y="1953422"/>
            <a:ext cx="81222" cy="81222"/>
          </a:xfrm>
          <a:custGeom>
            <a:avLst/>
            <a:gdLst/>
            <a:ahLst/>
            <a:cxnLst/>
            <a:rect l="l" t="t" r="r" b="b"/>
            <a:pathLst>
              <a:path w="2537" h="2537" extrusionOk="0">
                <a:moveTo>
                  <a:pt x="1" y="1"/>
                </a:moveTo>
                <a:lnTo>
                  <a:pt x="1" y="2537"/>
                </a:lnTo>
                <a:lnTo>
                  <a:pt x="2537" y="2537"/>
                </a:lnTo>
                <a:lnTo>
                  <a:pt x="253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9" name="Google Shape;2309;p63"/>
          <p:cNvGrpSpPr/>
          <p:nvPr/>
        </p:nvGrpSpPr>
        <p:grpSpPr>
          <a:xfrm rot="-5400000">
            <a:off x="995353" y="1838745"/>
            <a:ext cx="161127" cy="262714"/>
            <a:chOff x="8814523" y="4301099"/>
            <a:chExt cx="181204" cy="295450"/>
          </a:xfrm>
        </p:grpSpPr>
        <p:sp>
          <p:nvSpPr>
            <p:cNvPr id="2310" name="Google Shape;2310;p6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6" name="Google Shape;2316;p63"/>
          <p:cNvSpPr/>
          <p:nvPr/>
        </p:nvSpPr>
        <p:spPr>
          <a:xfrm rot="-5400000" flipH="1">
            <a:off x="1397197" y="1922581"/>
            <a:ext cx="127985" cy="12822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7" name="Google Shape;2317;p63"/>
          <p:cNvGrpSpPr/>
          <p:nvPr/>
        </p:nvGrpSpPr>
        <p:grpSpPr>
          <a:xfrm rot="-5400000">
            <a:off x="5602094" y="3197693"/>
            <a:ext cx="161127" cy="262714"/>
            <a:chOff x="8814523" y="4301099"/>
            <a:chExt cx="181204" cy="295450"/>
          </a:xfrm>
        </p:grpSpPr>
        <p:sp>
          <p:nvSpPr>
            <p:cNvPr id="2318" name="Google Shape;2318;p6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4" name="Google Shape;2324;p63"/>
          <p:cNvGrpSpPr/>
          <p:nvPr/>
        </p:nvGrpSpPr>
        <p:grpSpPr>
          <a:xfrm>
            <a:off x="5038800" y="1904309"/>
            <a:ext cx="594164" cy="214200"/>
            <a:chOff x="5038800" y="1904309"/>
            <a:chExt cx="594164" cy="214200"/>
          </a:xfrm>
        </p:grpSpPr>
        <p:sp>
          <p:nvSpPr>
            <p:cNvPr id="2325" name="Google Shape;2325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7" name="Google Shape;2327;p63"/>
          <p:cNvGrpSpPr/>
          <p:nvPr/>
        </p:nvGrpSpPr>
        <p:grpSpPr>
          <a:xfrm>
            <a:off x="937850" y="3249609"/>
            <a:ext cx="594164" cy="214200"/>
            <a:chOff x="5038800" y="1904309"/>
            <a:chExt cx="594164" cy="214200"/>
          </a:xfrm>
        </p:grpSpPr>
        <p:sp>
          <p:nvSpPr>
            <p:cNvPr id="2328" name="Google Shape;2328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63"/>
          <p:cNvSpPr/>
          <p:nvPr/>
        </p:nvSpPr>
        <p:spPr>
          <a:xfrm flipH="1">
            <a:off x="942285" y="330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52981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63"/>
          <p:cNvSpPr/>
          <p:nvPr/>
        </p:nvSpPr>
        <p:spPr>
          <a:xfrm flipH="1">
            <a:off x="5228720" y="3492552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1" name="Google Shape;2291;p63"/>
          <p:cNvSpPr/>
          <p:nvPr/>
        </p:nvSpPr>
        <p:spPr>
          <a:xfrm flipH="1">
            <a:off x="5228707" y="2120234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63"/>
          <p:cNvSpPr/>
          <p:nvPr/>
        </p:nvSpPr>
        <p:spPr>
          <a:xfrm flipH="1">
            <a:off x="942270" y="3492562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63"/>
          <p:cNvSpPr/>
          <p:nvPr/>
        </p:nvSpPr>
        <p:spPr>
          <a:xfrm flipH="1">
            <a:off x="942275" y="2120225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63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Aufbau der </a:t>
            </a:r>
            <a:r>
              <a:rPr lang="en" dirty="0" err="1"/>
              <a:t>Präsentation</a:t>
            </a:r>
            <a:endParaRPr dirty="0"/>
          </a:p>
        </p:txBody>
      </p:sp>
      <p:sp>
        <p:nvSpPr>
          <p:cNvPr id="2296" name="Google Shape;2296;p63"/>
          <p:cNvSpPr txBox="1">
            <a:spLocks noGrp="1"/>
          </p:cNvSpPr>
          <p:nvPr>
            <p:ph type="subTitle" idx="3"/>
          </p:nvPr>
        </p:nvSpPr>
        <p:spPr>
          <a:xfrm>
            <a:off x="5890230" y="3599061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Evaluation &amp; </a:t>
            </a:r>
            <a:r>
              <a:rPr lang="en" dirty="0" err="1"/>
              <a:t>Validierung</a:t>
            </a:r>
            <a:endParaRPr dirty="0"/>
          </a:p>
        </p:txBody>
      </p:sp>
      <p:sp>
        <p:nvSpPr>
          <p:cNvPr id="2298" name="Google Shape;2298;p63"/>
          <p:cNvSpPr txBox="1">
            <a:spLocks noGrp="1"/>
          </p:cNvSpPr>
          <p:nvPr>
            <p:ph type="subTitle" idx="5"/>
          </p:nvPr>
        </p:nvSpPr>
        <p:spPr>
          <a:xfrm>
            <a:off x="1603767" y="3492552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Technische</a:t>
            </a:r>
            <a:r>
              <a:rPr lang="en" dirty="0"/>
              <a:t> </a:t>
            </a:r>
            <a:r>
              <a:rPr lang="en" dirty="0" err="1"/>
              <a:t>Umsetzung</a:t>
            </a:r>
            <a:endParaRPr dirty="0"/>
          </a:p>
        </p:txBody>
      </p:sp>
      <p:sp>
        <p:nvSpPr>
          <p:cNvPr id="2300" name="Google Shape;2300;p63"/>
          <p:cNvSpPr txBox="1">
            <a:spLocks noGrp="1"/>
          </p:cNvSpPr>
          <p:nvPr>
            <p:ph type="subTitle" idx="1"/>
          </p:nvPr>
        </p:nvSpPr>
        <p:spPr>
          <a:xfrm>
            <a:off x="5890230" y="214716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Gamification-</a:t>
            </a:r>
            <a:r>
              <a:rPr lang="en" dirty="0" err="1"/>
              <a:t>Mechaniken</a:t>
            </a:r>
            <a:endParaRPr dirty="0"/>
          </a:p>
        </p:txBody>
      </p:sp>
      <p:sp>
        <p:nvSpPr>
          <p:cNvPr id="2302" name="Google Shape;2302;p63"/>
          <p:cNvSpPr txBox="1">
            <a:spLocks noGrp="1"/>
          </p:cNvSpPr>
          <p:nvPr>
            <p:ph type="subTitle" idx="8"/>
          </p:nvPr>
        </p:nvSpPr>
        <p:spPr>
          <a:xfrm>
            <a:off x="1603801" y="214962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Konzeption</a:t>
            </a:r>
            <a:r>
              <a:rPr lang="en" dirty="0"/>
              <a:t> des </a:t>
            </a:r>
            <a:r>
              <a:rPr lang="en" dirty="0" err="1"/>
              <a:t>Lernspiels</a:t>
            </a:r>
            <a:endParaRPr dirty="0"/>
          </a:p>
        </p:txBody>
      </p:sp>
      <p:sp>
        <p:nvSpPr>
          <p:cNvPr id="2303" name="Google Shape;2303;p63"/>
          <p:cNvSpPr txBox="1">
            <a:spLocks noGrp="1"/>
          </p:cNvSpPr>
          <p:nvPr>
            <p:ph type="title"/>
          </p:nvPr>
        </p:nvSpPr>
        <p:spPr>
          <a:xfrm>
            <a:off x="94227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</p:txBody>
      </p:sp>
      <p:sp>
        <p:nvSpPr>
          <p:cNvPr id="2304" name="Google Shape;2304;p63"/>
          <p:cNvSpPr txBox="1">
            <a:spLocks noGrp="1"/>
          </p:cNvSpPr>
          <p:nvPr>
            <p:ph type="title" idx="13"/>
          </p:nvPr>
        </p:nvSpPr>
        <p:spPr>
          <a:xfrm>
            <a:off x="94227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6</a:t>
            </a:r>
            <a:endParaRPr dirty="0"/>
          </a:p>
        </p:txBody>
      </p:sp>
      <p:sp>
        <p:nvSpPr>
          <p:cNvPr id="2305" name="Google Shape;2305;p63"/>
          <p:cNvSpPr txBox="1">
            <a:spLocks noGrp="1"/>
          </p:cNvSpPr>
          <p:nvPr>
            <p:ph type="title" idx="9"/>
          </p:nvPr>
        </p:nvSpPr>
        <p:spPr>
          <a:xfrm>
            <a:off x="522872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</a:t>
            </a:r>
            <a:endParaRPr dirty="0"/>
          </a:p>
        </p:txBody>
      </p:sp>
      <p:sp>
        <p:nvSpPr>
          <p:cNvPr id="2306" name="Google Shape;2306;p63"/>
          <p:cNvSpPr txBox="1">
            <a:spLocks noGrp="1"/>
          </p:cNvSpPr>
          <p:nvPr>
            <p:ph type="title" idx="14"/>
          </p:nvPr>
        </p:nvSpPr>
        <p:spPr>
          <a:xfrm>
            <a:off x="5228726" y="349257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</a:t>
            </a:r>
            <a:endParaRPr dirty="0"/>
          </a:p>
        </p:txBody>
      </p:sp>
      <p:sp>
        <p:nvSpPr>
          <p:cNvPr id="2307" name="Google Shape;2307;p63"/>
          <p:cNvSpPr/>
          <p:nvPr/>
        </p:nvSpPr>
        <p:spPr>
          <a:xfrm flipH="1">
            <a:off x="5228710" y="330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63"/>
          <p:cNvSpPr/>
          <p:nvPr/>
        </p:nvSpPr>
        <p:spPr>
          <a:xfrm flipH="1">
            <a:off x="5732816" y="1953422"/>
            <a:ext cx="81222" cy="81222"/>
          </a:xfrm>
          <a:custGeom>
            <a:avLst/>
            <a:gdLst/>
            <a:ahLst/>
            <a:cxnLst/>
            <a:rect l="l" t="t" r="r" b="b"/>
            <a:pathLst>
              <a:path w="2537" h="2537" extrusionOk="0">
                <a:moveTo>
                  <a:pt x="1" y="1"/>
                </a:moveTo>
                <a:lnTo>
                  <a:pt x="1" y="2537"/>
                </a:lnTo>
                <a:lnTo>
                  <a:pt x="2537" y="2537"/>
                </a:lnTo>
                <a:lnTo>
                  <a:pt x="253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9" name="Google Shape;2309;p63"/>
          <p:cNvGrpSpPr/>
          <p:nvPr/>
        </p:nvGrpSpPr>
        <p:grpSpPr>
          <a:xfrm rot="-5400000">
            <a:off x="995353" y="1838745"/>
            <a:ext cx="161127" cy="262714"/>
            <a:chOff x="8814523" y="4301099"/>
            <a:chExt cx="181204" cy="295450"/>
          </a:xfrm>
        </p:grpSpPr>
        <p:sp>
          <p:nvSpPr>
            <p:cNvPr id="2310" name="Google Shape;2310;p6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6" name="Google Shape;2316;p63"/>
          <p:cNvSpPr/>
          <p:nvPr/>
        </p:nvSpPr>
        <p:spPr>
          <a:xfrm rot="-5400000" flipH="1">
            <a:off x="1397197" y="1922581"/>
            <a:ext cx="127985" cy="12822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7" name="Google Shape;2317;p63"/>
          <p:cNvGrpSpPr/>
          <p:nvPr/>
        </p:nvGrpSpPr>
        <p:grpSpPr>
          <a:xfrm rot="-5400000">
            <a:off x="5602094" y="3197693"/>
            <a:ext cx="161127" cy="262714"/>
            <a:chOff x="8814523" y="4301099"/>
            <a:chExt cx="181204" cy="295450"/>
          </a:xfrm>
        </p:grpSpPr>
        <p:sp>
          <p:nvSpPr>
            <p:cNvPr id="2318" name="Google Shape;2318;p6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6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4" name="Google Shape;2324;p63"/>
          <p:cNvGrpSpPr/>
          <p:nvPr/>
        </p:nvGrpSpPr>
        <p:grpSpPr>
          <a:xfrm>
            <a:off x="5038800" y="1904309"/>
            <a:ext cx="594164" cy="214200"/>
            <a:chOff x="5038800" y="1904309"/>
            <a:chExt cx="594164" cy="214200"/>
          </a:xfrm>
        </p:grpSpPr>
        <p:sp>
          <p:nvSpPr>
            <p:cNvPr id="2325" name="Google Shape;2325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7" name="Google Shape;2327;p63"/>
          <p:cNvGrpSpPr/>
          <p:nvPr/>
        </p:nvGrpSpPr>
        <p:grpSpPr>
          <a:xfrm>
            <a:off x="937850" y="3249609"/>
            <a:ext cx="594164" cy="214200"/>
            <a:chOff x="5038800" y="1904309"/>
            <a:chExt cx="594164" cy="214200"/>
          </a:xfrm>
        </p:grpSpPr>
        <p:sp>
          <p:nvSpPr>
            <p:cNvPr id="2328" name="Google Shape;2328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63"/>
          <p:cNvSpPr/>
          <p:nvPr/>
        </p:nvSpPr>
        <p:spPr>
          <a:xfrm flipH="1">
            <a:off x="942285" y="330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618139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63"/>
          <p:cNvSpPr/>
          <p:nvPr/>
        </p:nvSpPr>
        <p:spPr>
          <a:xfrm flipH="1">
            <a:off x="5228707" y="2120234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63"/>
          <p:cNvSpPr/>
          <p:nvPr/>
        </p:nvSpPr>
        <p:spPr>
          <a:xfrm flipH="1">
            <a:off x="942270" y="3492562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63"/>
          <p:cNvSpPr/>
          <p:nvPr/>
        </p:nvSpPr>
        <p:spPr>
          <a:xfrm flipH="1">
            <a:off x="942275" y="2120225"/>
            <a:ext cx="585319" cy="585319"/>
          </a:xfrm>
          <a:custGeom>
            <a:avLst/>
            <a:gdLst/>
            <a:ahLst/>
            <a:cxnLst/>
            <a:rect l="l" t="t" r="r" b="b"/>
            <a:pathLst>
              <a:path w="92358" h="92358" extrusionOk="0">
                <a:moveTo>
                  <a:pt x="1" y="1"/>
                </a:moveTo>
                <a:lnTo>
                  <a:pt x="1" y="92357"/>
                </a:lnTo>
                <a:lnTo>
                  <a:pt x="92358" y="92357"/>
                </a:lnTo>
                <a:lnTo>
                  <a:pt x="9235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63"/>
          <p:cNvSpPr txBox="1">
            <a:spLocks noGrp="1"/>
          </p:cNvSpPr>
          <p:nvPr>
            <p:ph type="title" idx="15"/>
          </p:nvPr>
        </p:nvSpPr>
        <p:spPr>
          <a:xfrm>
            <a:off x="713225" y="539500"/>
            <a:ext cx="7717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Aufbau der </a:t>
            </a:r>
            <a:r>
              <a:rPr lang="en" dirty="0" err="1"/>
              <a:t>Präsentation</a:t>
            </a:r>
            <a:endParaRPr dirty="0"/>
          </a:p>
        </p:txBody>
      </p:sp>
      <p:sp>
        <p:nvSpPr>
          <p:cNvPr id="2298" name="Google Shape;2298;p63"/>
          <p:cNvSpPr txBox="1">
            <a:spLocks noGrp="1"/>
          </p:cNvSpPr>
          <p:nvPr>
            <p:ph type="subTitle" idx="5"/>
          </p:nvPr>
        </p:nvSpPr>
        <p:spPr>
          <a:xfrm>
            <a:off x="1603767" y="3492552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Ausblick</a:t>
            </a:r>
            <a:endParaRPr dirty="0"/>
          </a:p>
        </p:txBody>
      </p:sp>
      <p:sp>
        <p:nvSpPr>
          <p:cNvPr id="2300" name="Google Shape;2300;p63"/>
          <p:cNvSpPr txBox="1">
            <a:spLocks noGrp="1"/>
          </p:cNvSpPr>
          <p:nvPr>
            <p:ph type="subTitle" idx="1"/>
          </p:nvPr>
        </p:nvSpPr>
        <p:spPr>
          <a:xfrm>
            <a:off x="5890230" y="214716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Diskussion</a:t>
            </a:r>
            <a:r>
              <a:rPr lang="en" dirty="0"/>
              <a:t> &amp; </a:t>
            </a:r>
            <a:r>
              <a:rPr lang="en" dirty="0" err="1"/>
              <a:t>Fragen</a:t>
            </a:r>
            <a:endParaRPr dirty="0"/>
          </a:p>
        </p:txBody>
      </p:sp>
      <p:sp>
        <p:nvSpPr>
          <p:cNvPr id="2302" name="Google Shape;2302;p63"/>
          <p:cNvSpPr txBox="1">
            <a:spLocks noGrp="1"/>
          </p:cNvSpPr>
          <p:nvPr>
            <p:ph type="subTitle" idx="8"/>
          </p:nvPr>
        </p:nvSpPr>
        <p:spPr>
          <a:xfrm>
            <a:off x="1603801" y="2149629"/>
            <a:ext cx="2311500" cy="3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Fazit</a:t>
            </a:r>
            <a:endParaRPr dirty="0"/>
          </a:p>
        </p:txBody>
      </p:sp>
      <p:sp>
        <p:nvSpPr>
          <p:cNvPr id="2303" name="Google Shape;2303;p63"/>
          <p:cNvSpPr txBox="1">
            <a:spLocks noGrp="1"/>
          </p:cNvSpPr>
          <p:nvPr>
            <p:ph type="title"/>
          </p:nvPr>
        </p:nvSpPr>
        <p:spPr>
          <a:xfrm>
            <a:off x="942276" y="2120225"/>
            <a:ext cx="5853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</a:t>
            </a:r>
            <a:endParaRPr dirty="0"/>
          </a:p>
        </p:txBody>
      </p:sp>
      <p:sp>
        <p:nvSpPr>
          <p:cNvPr id="2304" name="Google Shape;2304;p63"/>
          <p:cNvSpPr txBox="1">
            <a:spLocks noGrp="1"/>
          </p:cNvSpPr>
          <p:nvPr>
            <p:ph type="title" idx="13"/>
          </p:nvPr>
        </p:nvSpPr>
        <p:spPr>
          <a:xfrm>
            <a:off x="810127" y="3492575"/>
            <a:ext cx="832516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2305" name="Google Shape;2305;p63"/>
          <p:cNvSpPr txBox="1">
            <a:spLocks noGrp="1"/>
          </p:cNvSpPr>
          <p:nvPr>
            <p:ph type="title" idx="9"/>
          </p:nvPr>
        </p:nvSpPr>
        <p:spPr>
          <a:xfrm>
            <a:off x="5199544" y="2120225"/>
            <a:ext cx="690686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sp>
        <p:nvSpPr>
          <p:cNvPr id="2308" name="Google Shape;2308;p63"/>
          <p:cNvSpPr/>
          <p:nvPr/>
        </p:nvSpPr>
        <p:spPr>
          <a:xfrm flipH="1">
            <a:off x="5732816" y="1953422"/>
            <a:ext cx="81222" cy="81222"/>
          </a:xfrm>
          <a:custGeom>
            <a:avLst/>
            <a:gdLst/>
            <a:ahLst/>
            <a:cxnLst/>
            <a:rect l="l" t="t" r="r" b="b"/>
            <a:pathLst>
              <a:path w="2537" h="2537" extrusionOk="0">
                <a:moveTo>
                  <a:pt x="1" y="1"/>
                </a:moveTo>
                <a:lnTo>
                  <a:pt x="1" y="2537"/>
                </a:lnTo>
                <a:lnTo>
                  <a:pt x="2537" y="2537"/>
                </a:lnTo>
                <a:lnTo>
                  <a:pt x="253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9" name="Google Shape;2309;p63"/>
          <p:cNvGrpSpPr/>
          <p:nvPr/>
        </p:nvGrpSpPr>
        <p:grpSpPr>
          <a:xfrm rot="-5400000">
            <a:off x="995353" y="1838745"/>
            <a:ext cx="161127" cy="262714"/>
            <a:chOff x="8814523" y="4301099"/>
            <a:chExt cx="181204" cy="295450"/>
          </a:xfrm>
        </p:grpSpPr>
        <p:sp>
          <p:nvSpPr>
            <p:cNvPr id="2310" name="Google Shape;2310;p63"/>
            <p:cNvSpPr/>
            <p:nvPr/>
          </p:nvSpPr>
          <p:spPr>
            <a:xfrm>
              <a:off x="8814523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2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63"/>
            <p:cNvSpPr/>
            <p:nvPr/>
          </p:nvSpPr>
          <p:spPr>
            <a:xfrm>
              <a:off x="8951067" y="4429633"/>
              <a:ext cx="44660" cy="37996"/>
            </a:xfrm>
            <a:custGeom>
              <a:avLst/>
              <a:gdLst/>
              <a:ahLst/>
              <a:cxnLst/>
              <a:rect l="l" t="t" r="r" b="b"/>
              <a:pathLst>
                <a:path w="1394" h="1186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2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63"/>
            <p:cNvSpPr/>
            <p:nvPr/>
          </p:nvSpPr>
          <p:spPr>
            <a:xfrm>
              <a:off x="8814523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74" y="1185"/>
                    <a:pt x="798" y="1185"/>
                  </a:cubicBezTo>
                  <a:cubicBezTo>
                    <a:pt x="1131" y="1185"/>
                    <a:pt x="1393" y="923"/>
                    <a:pt x="1393" y="601"/>
                  </a:cubicBezTo>
                  <a:cubicBezTo>
                    <a:pt x="1393" y="238"/>
                    <a:pt x="1097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63"/>
            <p:cNvSpPr/>
            <p:nvPr/>
          </p:nvSpPr>
          <p:spPr>
            <a:xfrm>
              <a:off x="8951067" y="4301099"/>
              <a:ext cx="44660" cy="37964"/>
            </a:xfrm>
            <a:custGeom>
              <a:avLst/>
              <a:gdLst/>
              <a:ahLst/>
              <a:cxnLst/>
              <a:rect l="l" t="t" r="r" b="b"/>
              <a:pathLst>
                <a:path w="1394" h="1185" extrusionOk="0">
                  <a:moveTo>
                    <a:pt x="792" y="1"/>
                  </a:moveTo>
                  <a:cubicBezTo>
                    <a:pt x="647" y="1"/>
                    <a:pt x="500" y="54"/>
                    <a:pt x="381" y="173"/>
                  </a:cubicBezTo>
                  <a:cubicBezTo>
                    <a:pt x="0" y="554"/>
                    <a:pt x="262" y="1185"/>
                    <a:pt x="798" y="1185"/>
                  </a:cubicBezTo>
                  <a:cubicBezTo>
                    <a:pt x="1120" y="1185"/>
                    <a:pt x="1393" y="923"/>
                    <a:pt x="1393" y="601"/>
                  </a:cubicBezTo>
                  <a:cubicBezTo>
                    <a:pt x="1393" y="238"/>
                    <a:pt x="1098" y="1"/>
                    <a:pt x="792" y="1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63"/>
            <p:cNvSpPr/>
            <p:nvPr/>
          </p:nvSpPr>
          <p:spPr>
            <a:xfrm>
              <a:off x="8814523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74" y="1193"/>
                    <a:pt x="798" y="1193"/>
                  </a:cubicBezTo>
                  <a:cubicBezTo>
                    <a:pt x="1131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63"/>
            <p:cNvSpPr/>
            <p:nvPr/>
          </p:nvSpPr>
          <p:spPr>
            <a:xfrm>
              <a:off x="8951067" y="4558328"/>
              <a:ext cx="44660" cy="38221"/>
            </a:xfrm>
            <a:custGeom>
              <a:avLst/>
              <a:gdLst/>
              <a:ahLst/>
              <a:cxnLst/>
              <a:rect l="l" t="t" r="r" b="b"/>
              <a:pathLst>
                <a:path w="1394" h="1193" extrusionOk="0">
                  <a:moveTo>
                    <a:pt x="799" y="0"/>
                  </a:moveTo>
                  <a:cubicBezTo>
                    <a:pt x="652" y="0"/>
                    <a:pt x="502" y="56"/>
                    <a:pt x="381" y="180"/>
                  </a:cubicBezTo>
                  <a:cubicBezTo>
                    <a:pt x="0" y="550"/>
                    <a:pt x="262" y="1193"/>
                    <a:pt x="798" y="1193"/>
                  </a:cubicBezTo>
                  <a:cubicBezTo>
                    <a:pt x="1120" y="1193"/>
                    <a:pt x="1393" y="919"/>
                    <a:pt x="1393" y="597"/>
                  </a:cubicBezTo>
                  <a:cubicBezTo>
                    <a:pt x="1393" y="237"/>
                    <a:pt x="1102" y="0"/>
                    <a:pt x="799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6" name="Google Shape;2316;p63"/>
          <p:cNvSpPr/>
          <p:nvPr/>
        </p:nvSpPr>
        <p:spPr>
          <a:xfrm rot="-5400000" flipH="1">
            <a:off x="1397197" y="1922581"/>
            <a:ext cx="127985" cy="128224"/>
          </a:xfrm>
          <a:custGeom>
            <a:avLst/>
            <a:gdLst/>
            <a:ahLst/>
            <a:cxnLst/>
            <a:rect l="l" t="t" r="r" b="b"/>
            <a:pathLst>
              <a:path w="5883" h="5894" extrusionOk="0">
                <a:moveTo>
                  <a:pt x="1" y="0"/>
                </a:moveTo>
                <a:lnTo>
                  <a:pt x="1" y="5894"/>
                </a:lnTo>
                <a:lnTo>
                  <a:pt x="5882" y="5894"/>
                </a:lnTo>
                <a:lnTo>
                  <a:pt x="5882" y="0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4" name="Google Shape;2324;p63"/>
          <p:cNvGrpSpPr/>
          <p:nvPr/>
        </p:nvGrpSpPr>
        <p:grpSpPr>
          <a:xfrm>
            <a:off x="5038800" y="1904309"/>
            <a:ext cx="594164" cy="214200"/>
            <a:chOff x="5038800" y="1904309"/>
            <a:chExt cx="594164" cy="214200"/>
          </a:xfrm>
        </p:grpSpPr>
        <p:sp>
          <p:nvSpPr>
            <p:cNvPr id="2325" name="Google Shape;2325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7" name="Google Shape;2327;p63"/>
          <p:cNvGrpSpPr/>
          <p:nvPr/>
        </p:nvGrpSpPr>
        <p:grpSpPr>
          <a:xfrm>
            <a:off x="937850" y="3249609"/>
            <a:ext cx="594164" cy="214200"/>
            <a:chOff x="5038800" y="1904309"/>
            <a:chExt cx="594164" cy="214200"/>
          </a:xfrm>
        </p:grpSpPr>
        <p:sp>
          <p:nvSpPr>
            <p:cNvPr id="2328" name="Google Shape;2328;p63"/>
            <p:cNvSpPr/>
            <p:nvPr/>
          </p:nvSpPr>
          <p:spPr>
            <a:xfrm flipH="1">
              <a:off x="5047826" y="1955727"/>
              <a:ext cx="585138" cy="79685"/>
            </a:xfrm>
            <a:custGeom>
              <a:avLst/>
              <a:gdLst/>
              <a:ahLst/>
              <a:cxnLst/>
              <a:rect l="l" t="t" r="r" b="b"/>
              <a:pathLst>
                <a:path w="18277" h="2489" extrusionOk="0">
                  <a:moveTo>
                    <a:pt x="1869" y="0"/>
                  </a:moveTo>
                  <a:lnTo>
                    <a:pt x="0" y="1893"/>
                  </a:lnTo>
                  <a:lnTo>
                    <a:pt x="322" y="2215"/>
                  </a:lnTo>
                  <a:lnTo>
                    <a:pt x="1869" y="655"/>
                  </a:lnTo>
                  <a:lnTo>
                    <a:pt x="3691" y="2488"/>
                  </a:lnTo>
                  <a:lnTo>
                    <a:pt x="5501" y="655"/>
                  </a:lnTo>
                  <a:lnTo>
                    <a:pt x="7322" y="2488"/>
                  </a:lnTo>
                  <a:lnTo>
                    <a:pt x="9144" y="655"/>
                  </a:lnTo>
                  <a:lnTo>
                    <a:pt x="10954" y="2488"/>
                  </a:lnTo>
                  <a:lnTo>
                    <a:pt x="12775" y="655"/>
                  </a:lnTo>
                  <a:lnTo>
                    <a:pt x="14585" y="2488"/>
                  </a:lnTo>
                  <a:lnTo>
                    <a:pt x="16407" y="655"/>
                  </a:lnTo>
                  <a:lnTo>
                    <a:pt x="17955" y="2215"/>
                  </a:lnTo>
                  <a:lnTo>
                    <a:pt x="18276" y="1893"/>
                  </a:lnTo>
                  <a:lnTo>
                    <a:pt x="16407" y="0"/>
                  </a:lnTo>
                  <a:lnTo>
                    <a:pt x="14585" y="1846"/>
                  </a:lnTo>
                  <a:lnTo>
                    <a:pt x="12775" y="0"/>
                  </a:lnTo>
                  <a:lnTo>
                    <a:pt x="10954" y="1846"/>
                  </a:lnTo>
                  <a:lnTo>
                    <a:pt x="9132" y="0"/>
                  </a:lnTo>
                  <a:lnTo>
                    <a:pt x="7322" y="1846"/>
                  </a:lnTo>
                  <a:lnTo>
                    <a:pt x="5501" y="0"/>
                  </a:lnTo>
                  <a:lnTo>
                    <a:pt x="3691" y="1846"/>
                  </a:lnTo>
                  <a:lnTo>
                    <a:pt x="186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3"/>
            <p:cNvSpPr/>
            <p:nvPr/>
          </p:nvSpPr>
          <p:spPr>
            <a:xfrm rot="-2546309">
              <a:off x="5065809" y="1940062"/>
              <a:ext cx="161382" cy="14269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0" name="Google Shape;2330;p63"/>
          <p:cNvSpPr/>
          <p:nvPr/>
        </p:nvSpPr>
        <p:spPr>
          <a:xfrm flipH="1">
            <a:off x="942285" y="3303780"/>
            <a:ext cx="106225" cy="105840"/>
          </a:xfrm>
          <a:custGeom>
            <a:avLst/>
            <a:gdLst/>
            <a:ahLst/>
            <a:cxnLst/>
            <a:rect l="l" t="t" r="r" b="b"/>
            <a:pathLst>
              <a:path w="3311" h="3299" extrusionOk="0">
                <a:moveTo>
                  <a:pt x="525" y="1"/>
                </a:moveTo>
                <a:lnTo>
                  <a:pt x="1" y="524"/>
                </a:lnTo>
                <a:lnTo>
                  <a:pt x="1132" y="1656"/>
                </a:lnTo>
                <a:lnTo>
                  <a:pt x="1" y="2775"/>
                </a:lnTo>
                <a:lnTo>
                  <a:pt x="525" y="3299"/>
                </a:lnTo>
                <a:lnTo>
                  <a:pt x="1656" y="2179"/>
                </a:lnTo>
                <a:lnTo>
                  <a:pt x="2775" y="3299"/>
                </a:lnTo>
                <a:lnTo>
                  <a:pt x="3311" y="2775"/>
                </a:lnTo>
                <a:lnTo>
                  <a:pt x="2180" y="1656"/>
                </a:lnTo>
                <a:lnTo>
                  <a:pt x="3311" y="524"/>
                </a:lnTo>
                <a:lnTo>
                  <a:pt x="2775" y="1"/>
                </a:lnTo>
                <a:lnTo>
                  <a:pt x="1656" y="1132"/>
                </a:lnTo>
                <a:lnTo>
                  <a:pt x="52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119876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84"/>
          <p:cNvSpPr txBox="1">
            <a:spLocks noGrp="1"/>
          </p:cNvSpPr>
          <p:nvPr>
            <p:ph type="title"/>
          </p:nvPr>
        </p:nvSpPr>
        <p:spPr>
          <a:xfrm>
            <a:off x="3519788" y="24359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766" name="Google Shape;2766;p84"/>
          <p:cNvSpPr txBox="1">
            <a:spLocks noGrp="1"/>
          </p:cNvSpPr>
          <p:nvPr>
            <p:ph type="title" idx="2"/>
          </p:nvPr>
        </p:nvSpPr>
        <p:spPr>
          <a:xfrm>
            <a:off x="2412638" y="874728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/>
              <a:t>Motivation &amp; </a:t>
            </a:r>
            <a:r>
              <a:rPr lang="en" sz="3200" dirty="0" err="1"/>
              <a:t>Problemstellung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369379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Google Shape;2382;p68"/>
          <p:cNvSpPr txBox="1">
            <a:spLocks noGrp="1"/>
          </p:cNvSpPr>
          <p:nvPr>
            <p:ph type="title"/>
          </p:nvPr>
        </p:nvSpPr>
        <p:spPr>
          <a:xfrm>
            <a:off x="646435" y="1897759"/>
            <a:ext cx="5619507" cy="702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SzPct val="100000"/>
              <a:buFont typeface="Wingdings" pitchFamily="2" charset="2"/>
              <a:buChar char="§"/>
            </a:pPr>
            <a:r>
              <a:rPr lang="de-DE" sz="2000" dirty="0"/>
              <a:t>Programmieren = komplex, hohe Abbruchquoten</a:t>
            </a:r>
            <a:endParaRPr sz="2000"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09AF07EA-E2B5-1540-8110-440C0978B40D}"/>
              </a:ext>
            </a:extLst>
          </p:cNvPr>
          <p:cNvSpPr txBox="1">
            <a:spLocks/>
          </p:cNvSpPr>
          <p:nvPr/>
        </p:nvSpPr>
        <p:spPr>
          <a:xfrm>
            <a:off x="646434" y="2571750"/>
            <a:ext cx="5619507" cy="70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60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2000" dirty="0"/>
              <a:t>Traditionelle Lehre: wenig Übung, wenig Motivation</a:t>
            </a:r>
          </a:p>
        </p:txBody>
      </p:sp>
      <p:sp>
        <p:nvSpPr>
          <p:cNvPr id="3" name="Google Shape;2382;p68">
            <a:extLst>
              <a:ext uri="{FF2B5EF4-FFF2-40B4-BE49-F238E27FC236}">
                <a16:creationId xmlns:a16="http://schemas.microsoft.com/office/drawing/2014/main" id="{C62FD59A-64AA-3BA4-FA4F-B6805476DAD4}"/>
              </a:ext>
            </a:extLst>
          </p:cNvPr>
          <p:cNvSpPr txBox="1">
            <a:spLocks/>
          </p:cNvSpPr>
          <p:nvPr/>
        </p:nvSpPr>
        <p:spPr>
          <a:xfrm>
            <a:off x="646433" y="3245741"/>
            <a:ext cx="5619507" cy="70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60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2000" dirty="0"/>
              <a:t>Bedarf: </a:t>
            </a:r>
            <a:r>
              <a:rPr lang="de-DE" sz="2000" b="1" dirty="0"/>
              <a:t>interaktive, spielerische Lernformen</a:t>
            </a:r>
            <a:endParaRPr lang="de-DE" sz="2000" dirty="0"/>
          </a:p>
        </p:txBody>
      </p:sp>
      <p:sp>
        <p:nvSpPr>
          <p:cNvPr id="4" name="Google Shape;2766;p84">
            <a:extLst>
              <a:ext uri="{FF2B5EF4-FFF2-40B4-BE49-F238E27FC236}">
                <a16:creationId xmlns:a16="http://schemas.microsoft.com/office/drawing/2014/main" id="{35451E51-74E8-0017-B9CB-B053544A959E}"/>
              </a:ext>
            </a:extLst>
          </p:cNvPr>
          <p:cNvSpPr txBox="1">
            <a:spLocks/>
          </p:cNvSpPr>
          <p:nvPr/>
        </p:nvSpPr>
        <p:spPr>
          <a:xfrm>
            <a:off x="420655" y="409215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3200" b="1" dirty="0">
                <a:solidFill>
                  <a:schemeClr val="bg1"/>
                </a:solidFill>
                <a:latin typeface="Libre Franklin" pitchFamily="2" charset="77"/>
              </a:rPr>
              <a:t>1 Motivation &amp; Problemstellung</a:t>
            </a:r>
            <a:endParaRPr lang="de-DE" b="1" dirty="0">
              <a:solidFill>
                <a:schemeClr val="bg1"/>
              </a:solidFill>
              <a:latin typeface="Libre Franklin" pitchFamily="2" charset="77"/>
            </a:endParaRPr>
          </a:p>
        </p:txBody>
      </p:sp>
      <p:sp>
        <p:nvSpPr>
          <p:cNvPr id="8" name="Google Shape;2382;p68">
            <a:extLst>
              <a:ext uri="{FF2B5EF4-FFF2-40B4-BE49-F238E27FC236}">
                <a16:creationId xmlns:a16="http://schemas.microsoft.com/office/drawing/2014/main" id="{EC82CFF3-839C-28EB-266E-09C68E42EAA0}"/>
              </a:ext>
            </a:extLst>
          </p:cNvPr>
          <p:cNvSpPr txBox="1">
            <a:spLocks/>
          </p:cNvSpPr>
          <p:nvPr/>
        </p:nvSpPr>
        <p:spPr>
          <a:xfrm>
            <a:off x="646433" y="1223768"/>
            <a:ext cx="5619507" cy="702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60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2000" b="1"/>
              <a:t>Kein </a:t>
            </a:r>
            <a:r>
              <a:rPr lang="de-DE" sz="2000" b="1" dirty="0"/>
              <a:t>motivierendes Spiel zum </a:t>
            </a:r>
            <a:r>
              <a:rPr lang="de-DE" sz="2000" b="1" dirty="0" err="1"/>
              <a:t>Programmierenlernen</a:t>
            </a:r>
            <a:r>
              <a:rPr lang="de-DE" sz="2000" b="1" dirty="0"/>
              <a:t> vorhanden</a:t>
            </a:r>
            <a:endParaRPr lang="de-DE" sz="20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4058352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2" grpId="0"/>
      <p:bldP spid="2" grpId="0"/>
      <p:bldP spid="3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78"/>
          <p:cNvSpPr txBox="1">
            <a:spLocks noGrp="1"/>
          </p:cNvSpPr>
          <p:nvPr>
            <p:ph type="title" idx="2"/>
          </p:nvPr>
        </p:nvSpPr>
        <p:spPr>
          <a:xfrm>
            <a:off x="2418150" y="3616076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err="1"/>
              <a:t>Forschungsfrage</a:t>
            </a:r>
            <a:r>
              <a:rPr lang="en" dirty="0"/>
              <a:t> &amp; </a:t>
            </a:r>
            <a:r>
              <a:rPr lang="en" dirty="0" err="1"/>
              <a:t>Hypothese</a:t>
            </a:r>
            <a:endParaRPr dirty="0"/>
          </a:p>
        </p:txBody>
      </p:sp>
      <p:sp>
        <p:nvSpPr>
          <p:cNvPr id="2550" name="Google Shape;2550;p78"/>
          <p:cNvSpPr txBox="1">
            <a:spLocks noGrp="1"/>
          </p:cNvSpPr>
          <p:nvPr>
            <p:ph type="title"/>
          </p:nvPr>
        </p:nvSpPr>
        <p:spPr>
          <a:xfrm>
            <a:off x="3525300" y="1249825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89349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70"/>
          <p:cNvSpPr txBox="1">
            <a:spLocks noGrp="1"/>
          </p:cNvSpPr>
          <p:nvPr>
            <p:ph type="subTitle" idx="1"/>
          </p:nvPr>
        </p:nvSpPr>
        <p:spPr>
          <a:xfrm>
            <a:off x="4572000" y="1504199"/>
            <a:ext cx="4572000" cy="26275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/>
              <a:t>“</a:t>
            </a:r>
            <a:r>
              <a:rPr lang="de-DE" dirty="0"/>
              <a:t>Die Gamification von Programmierausbildung lässt sich in Form eines Zelda-ähnlichen Rollenspiels erfolgreich und wirkungsvoll umsetzen.“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2285;p62">
            <a:extLst>
              <a:ext uri="{FF2B5EF4-FFF2-40B4-BE49-F238E27FC236}">
                <a16:creationId xmlns:a16="http://schemas.microsoft.com/office/drawing/2014/main" id="{D1A91C80-5BB2-AD7B-91C2-56013EA51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5581" y="917843"/>
            <a:ext cx="367812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err="1"/>
              <a:t>Forschungsfrage</a:t>
            </a:r>
            <a:endParaRPr sz="3200" dirty="0"/>
          </a:p>
        </p:txBody>
      </p:sp>
      <p:sp>
        <p:nvSpPr>
          <p:cNvPr id="3" name="Google Shape;2393;p70">
            <a:extLst>
              <a:ext uri="{FF2B5EF4-FFF2-40B4-BE49-F238E27FC236}">
                <a16:creationId xmlns:a16="http://schemas.microsoft.com/office/drawing/2014/main" id="{ECE252EF-B980-9F55-E39A-FBFE650BF1BA}"/>
              </a:ext>
            </a:extLst>
          </p:cNvPr>
          <p:cNvSpPr txBox="1">
            <a:spLocks/>
          </p:cNvSpPr>
          <p:nvPr/>
        </p:nvSpPr>
        <p:spPr>
          <a:xfrm>
            <a:off x="129823" y="1504200"/>
            <a:ext cx="4069644" cy="262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3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556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marR="0" lvl="2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marR="0" lvl="3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marR="0" lvl="4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marR="0" lvl="5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marR="0" lvl="6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marR="0" lvl="7" indent="-355600" algn="ctr" rtl="0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marR="0" lvl="8" indent="-355600" algn="ctr" rtl="0">
              <a:lnSpc>
                <a:spcPct val="8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000"/>
              <a:buFont typeface="Darker Grotesque Medium"/>
              <a:buNone/>
              <a:defRPr sz="20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r>
              <a:rPr lang="de-DE" dirty="0"/>
              <a:t>“Wie kann Gamification in Form eines Lernspiels zur Festigung vorhandener </a:t>
            </a:r>
            <a:r>
              <a:rPr lang="de-DE" dirty="0" err="1"/>
              <a:t>Programmierkenntniss</a:t>
            </a:r>
            <a:r>
              <a:rPr lang="de-DE" dirty="0"/>
              <a:t> beitragen?“</a:t>
            </a:r>
          </a:p>
          <a:p>
            <a:pPr marL="0" indent="0"/>
            <a:endParaRPr lang="de-DE" dirty="0"/>
          </a:p>
        </p:txBody>
      </p:sp>
      <p:sp>
        <p:nvSpPr>
          <p:cNvPr id="4" name="Google Shape;2285;p62">
            <a:extLst>
              <a:ext uri="{FF2B5EF4-FFF2-40B4-BE49-F238E27FC236}">
                <a16:creationId xmlns:a16="http://schemas.microsoft.com/office/drawing/2014/main" id="{04326879-2D76-7CE7-2496-97F7DD8FC075}"/>
              </a:ext>
            </a:extLst>
          </p:cNvPr>
          <p:cNvSpPr txBox="1">
            <a:spLocks/>
          </p:cNvSpPr>
          <p:nvPr/>
        </p:nvSpPr>
        <p:spPr>
          <a:xfrm>
            <a:off x="2999250" y="924671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14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ibre Franklin ExtraBold"/>
              <a:buNone/>
              <a:defRPr sz="48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r>
              <a:rPr lang="de-DE" sz="3200" dirty="0"/>
              <a:t>Hypothese</a:t>
            </a:r>
          </a:p>
        </p:txBody>
      </p:sp>
    </p:spTree>
    <p:extLst>
      <p:ext uri="{BB962C8B-B14F-4D97-AF65-F5344CB8AC3E}">
        <p14:creationId xmlns:p14="http://schemas.microsoft.com/office/powerpoint/2010/main" val="2900747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94"/>
          <p:cNvSpPr txBox="1">
            <a:spLocks noGrp="1"/>
          </p:cNvSpPr>
          <p:nvPr>
            <p:ph type="title"/>
          </p:nvPr>
        </p:nvSpPr>
        <p:spPr>
          <a:xfrm flipH="1">
            <a:off x="5864431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36" name="Google Shape;3236;p94"/>
          <p:cNvSpPr txBox="1">
            <a:spLocks noGrp="1"/>
          </p:cNvSpPr>
          <p:nvPr>
            <p:ph type="title" idx="2"/>
          </p:nvPr>
        </p:nvSpPr>
        <p:spPr>
          <a:xfrm flipH="1">
            <a:off x="2673138" y="1813172"/>
            <a:ext cx="5115777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Theoretische</a:t>
            </a:r>
            <a:r>
              <a:rPr lang="en" dirty="0"/>
              <a:t> </a:t>
            </a:r>
            <a:r>
              <a:rPr lang="en" dirty="0" err="1"/>
              <a:t>Grundlagen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77696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 </a:t>
            </a:r>
            <a:r>
              <a:rPr lang="en" dirty="0" err="1"/>
              <a:t>Theoretische</a:t>
            </a:r>
            <a:r>
              <a:rPr lang="en" dirty="0"/>
              <a:t> </a:t>
            </a:r>
            <a:r>
              <a:rPr lang="en" dirty="0" err="1"/>
              <a:t>Grundlagen</a:t>
            </a:r>
            <a:endParaRPr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498C39DD-F7DC-9F40-E0D0-AD6B1CAA95FA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00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r>
              <a:rPr lang="de-DE" sz="1600" dirty="0"/>
              <a:t>Methodik: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Analyse von Forschung zu Programmierdidaktik &amp; Gamification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Identifikation zentraler Lernhürden (Motivation, Feedback, Syntax)</a:t>
            </a:r>
            <a:endParaRPr lang="de-DE" sz="1600" b="1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b="1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Learning </a:t>
            </a:r>
            <a:r>
              <a:rPr lang="de-DE" sz="1600" b="1" dirty="0" err="1"/>
              <a:t>by</a:t>
            </a:r>
            <a:r>
              <a:rPr lang="de-DE" sz="1600" b="1" dirty="0"/>
              <a:t> </a:t>
            </a:r>
            <a:r>
              <a:rPr lang="de-DE" sz="1600" b="1" dirty="0" err="1"/>
              <a:t>Doing</a:t>
            </a:r>
            <a:r>
              <a:rPr lang="de-DE" sz="1600" dirty="0"/>
              <a:t>: aktives Üben zentral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Gamification-Elemente</a:t>
            </a:r>
            <a:r>
              <a:rPr lang="de-DE" sz="1600" dirty="0"/>
              <a:t>: Direktes Feedback, Belohnung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Vorteile gegenüber traditioneller Lehre: Motivation ↑, Engagement ↑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846493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p111"/>
          <p:cNvSpPr txBox="1">
            <a:spLocks noGrp="1"/>
          </p:cNvSpPr>
          <p:nvPr>
            <p:ph type="title"/>
          </p:nvPr>
        </p:nvSpPr>
        <p:spPr>
          <a:xfrm>
            <a:off x="1186163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719" name="Google Shape;3719;p111"/>
          <p:cNvSpPr txBox="1">
            <a:spLocks noGrp="1"/>
          </p:cNvSpPr>
          <p:nvPr>
            <p:ph type="title" idx="2"/>
          </p:nvPr>
        </p:nvSpPr>
        <p:spPr>
          <a:xfrm>
            <a:off x="1253324" y="1895550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Stand der Technik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080690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 Stand der Technik</a:t>
            </a:r>
            <a:endParaRPr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1C2DC4FD-472A-AF77-E926-2786A3D6B8AE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695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r>
              <a:rPr lang="de-DE" sz="1600" dirty="0"/>
              <a:t>Methodik: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Untersuchung existierender Plattformen (Scratch, </a:t>
            </a:r>
            <a:r>
              <a:rPr lang="de-DE" sz="1600" dirty="0" err="1"/>
              <a:t>CodeCombat</a:t>
            </a:r>
            <a:r>
              <a:rPr lang="de-DE" sz="1600" dirty="0"/>
              <a:t>, </a:t>
            </a:r>
            <a:r>
              <a:rPr lang="de-DE" sz="1600" dirty="0" err="1"/>
              <a:t>Codewars</a:t>
            </a:r>
            <a:r>
              <a:rPr lang="de-DE" sz="1600" dirty="0"/>
              <a:t>, </a:t>
            </a:r>
            <a:r>
              <a:rPr lang="de-DE" sz="1600" dirty="0" err="1"/>
              <a:t>HackerRank</a:t>
            </a:r>
            <a:r>
              <a:rPr lang="de-DE" sz="1600" dirty="0"/>
              <a:t>)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Identifikation von Stärken &amp; Schwächen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Definition der Lücke</a:t>
            </a:r>
          </a:p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Scratch: einfacher Einstieg, aber wenig Tiefe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 err="1"/>
              <a:t>CodeCombat</a:t>
            </a:r>
            <a:r>
              <a:rPr lang="de-DE" sz="1600" dirty="0"/>
              <a:t>: reale Syntax, Fokus auf Level statt Verständnis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Online-Judges: effektiv, aber nur für Fortgeschrittene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Lücke:</a:t>
            </a:r>
            <a:r>
              <a:rPr lang="de-DE" sz="1600" dirty="0"/>
              <a:t> Festigung vorhandener Kenntnisse</a:t>
            </a:r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80223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84"/>
          <p:cNvSpPr txBox="1">
            <a:spLocks noGrp="1"/>
          </p:cNvSpPr>
          <p:nvPr>
            <p:ph type="title"/>
          </p:nvPr>
        </p:nvSpPr>
        <p:spPr>
          <a:xfrm>
            <a:off x="3519788" y="24359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766" name="Google Shape;2766;p84"/>
          <p:cNvSpPr txBox="1">
            <a:spLocks noGrp="1"/>
          </p:cNvSpPr>
          <p:nvPr>
            <p:ph type="title" idx="2"/>
          </p:nvPr>
        </p:nvSpPr>
        <p:spPr>
          <a:xfrm>
            <a:off x="2412638" y="693496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 err="1"/>
              <a:t>Konzeption</a:t>
            </a:r>
            <a:r>
              <a:rPr lang="en" sz="3200" dirty="0"/>
              <a:t> des </a:t>
            </a:r>
            <a:r>
              <a:rPr lang="en" sz="3200" dirty="0" err="1"/>
              <a:t>Lernspiels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995591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5 Konzeption des Lernspiels</a:t>
            </a:r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7E870995-0230-9BB9-A7BA-DCCF04777C0E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r>
              <a:rPr lang="de-DE" sz="1600" dirty="0"/>
              <a:t>Methodik: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Erörterung der Zielgruppe und Lernziele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Didaktisches Design: Quests, Storyline, Feedback, Belohnungssysteme</a:t>
            </a:r>
          </a:p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Zielgruppe: Lernende mit Basiswissen (Variablen, Schleifen, Arrays)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Lernziele: Problemlösen · Debugging · Algorithmik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Story &amp; Quests als motivierender Rahmen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14837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78"/>
          <p:cNvSpPr txBox="1">
            <a:spLocks noGrp="1"/>
          </p:cNvSpPr>
          <p:nvPr>
            <p:ph type="title" idx="2"/>
          </p:nvPr>
        </p:nvSpPr>
        <p:spPr>
          <a:xfrm>
            <a:off x="2247042" y="3555575"/>
            <a:ext cx="4649915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err="1"/>
              <a:t>Technische</a:t>
            </a:r>
            <a:r>
              <a:rPr lang="en" dirty="0"/>
              <a:t> </a:t>
            </a:r>
            <a:r>
              <a:rPr lang="en" dirty="0" err="1"/>
              <a:t>Umsetzung</a:t>
            </a:r>
            <a:endParaRPr dirty="0"/>
          </a:p>
        </p:txBody>
      </p:sp>
      <p:sp>
        <p:nvSpPr>
          <p:cNvPr id="2550" name="Google Shape;2550;p78"/>
          <p:cNvSpPr txBox="1">
            <a:spLocks noGrp="1"/>
          </p:cNvSpPr>
          <p:nvPr>
            <p:ph type="title"/>
          </p:nvPr>
        </p:nvSpPr>
        <p:spPr>
          <a:xfrm>
            <a:off x="3525300" y="1249825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175459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dirty="0"/>
              <a:t>6 Technische Umsetzung</a:t>
            </a:r>
            <a:endParaRPr lang="de-DE" b="1" dirty="0"/>
          </a:p>
        </p:txBody>
      </p:sp>
      <p:sp>
        <p:nvSpPr>
          <p:cNvPr id="3" name="Google Shape;2382;p68">
            <a:extLst>
              <a:ext uri="{FF2B5EF4-FFF2-40B4-BE49-F238E27FC236}">
                <a16:creationId xmlns:a16="http://schemas.microsoft.com/office/drawing/2014/main" id="{443D1851-0B0E-246F-E729-AD835362DF0D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r>
              <a:rPr lang="de-DE" sz="1600" dirty="0"/>
              <a:t>Methodik: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Technische Planung: Welche Tools?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Analyse der Forschung zu geeigneten Einsteiger­sprachen</a:t>
            </a:r>
          </a:p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Frontend:</a:t>
            </a:r>
            <a:r>
              <a:rPr lang="de-DE" sz="1600" dirty="0"/>
              <a:t> Unity (2D </a:t>
            </a:r>
            <a:r>
              <a:rPr lang="de-DE" sz="1600" dirty="0" err="1"/>
              <a:t>Pixelart</a:t>
            </a:r>
            <a:r>
              <a:rPr lang="de-DE" sz="1600" dirty="0"/>
              <a:t> RPG)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Backend:</a:t>
            </a:r>
            <a:r>
              <a:rPr lang="de-DE" sz="1600" dirty="0"/>
              <a:t> </a:t>
            </a:r>
            <a:r>
              <a:rPr lang="de-DE" sz="1600" dirty="0" err="1"/>
              <a:t>Node.js</a:t>
            </a:r>
            <a:r>
              <a:rPr lang="de-DE" sz="1600" dirty="0"/>
              <a:t> + </a:t>
            </a:r>
            <a:r>
              <a:rPr lang="de-DE" sz="1600" dirty="0" err="1"/>
              <a:t>Supabase</a:t>
            </a:r>
            <a:r>
              <a:rPr lang="de-DE" sz="1600" dirty="0"/>
              <a:t>/</a:t>
            </a:r>
            <a:r>
              <a:rPr lang="de-DE" sz="1600" dirty="0" err="1"/>
              <a:t>Postgres</a:t>
            </a: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Code-Judge:</a:t>
            </a:r>
            <a:r>
              <a:rPr lang="de-DE" sz="1600" dirty="0"/>
              <a:t> Docker, C als Hauptsprache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Fokus: Sicherheit, sofortiges Feedback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201491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94"/>
          <p:cNvSpPr txBox="1">
            <a:spLocks noGrp="1"/>
          </p:cNvSpPr>
          <p:nvPr>
            <p:ph type="title"/>
          </p:nvPr>
        </p:nvSpPr>
        <p:spPr>
          <a:xfrm flipH="1">
            <a:off x="5864431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3236" name="Google Shape;3236;p94"/>
          <p:cNvSpPr txBox="1">
            <a:spLocks noGrp="1"/>
          </p:cNvSpPr>
          <p:nvPr>
            <p:ph type="title" idx="2"/>
          </p:nvPr>
        </p:nvSpPr>
        <p:spPr>
          <a:xfrm flipH="1">
            <a:off x="2673138" y="1813172"/>
            <a:ext cx="5115777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Gamification-</a:t>
            </a:r>
            <a:r>
              <a:rPr lang="en" dirty="0" err="1"/>
              <a:t>Mechaniken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646995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dirty="0"/>
              <a:t>7 Gamification-Mechaniken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4032736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" name="Google Shape;3717;p111"/>
          <p:cNvSpPr txBox="1">
            <a:spLocks noGrp="1"/>
          </p:cNvSpPr>
          <p:nvPr>
            <p:ph type="title"/>
          </p:nvPr>
        </p:nvSpPr>
        <p:spPr>
          <a:xfrm>
            <a:off x="1186163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3719" name="Google Shape;3719;p111"/>
          <p:cNvSpPr txBox="1">
            <a:spLocks noGrp="1"/>
          </p:cNvSpPr>
          <p:nvPr>
            <p:ph type="title" idx="2"/>
          </p:nvPr>
        </p:nvSpPr>
        <p:spPr>
          <a:xfrm>
            <a:off x="1253324" y="1895550"/>
            <a:ext cx="4949768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&amp; </a:t>
            </a:r>
            <a:r>
              <a:rPr lang="en" dirty="0" err="1"/>
              <a:t>Validierung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961338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b="1" dirty="0"/>
              <a:t>8 Evaluation &amp; Validierung</a:t>
            </a:r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5DDC4A6E-2BA7-A3DB-82EB-56E8986D17DB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r>
              <a:rPr lang="de-DE" sz="1600" dirty="0"/>
              <a:t>Methodik: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Testfälle für Code-Judge (korrekt vs. fehlerhaft)</a:t>
            </a:r>
          </a:p>
          <a:p>
            <a:pPr marL="285750" indent="-285750">
              <a:buSzPct val="100000"/>
              <a:buFont typeface="Wingdings" pitchFamily="2" charset="2"/>
              <a:buChar char="§"/>
            </a:pPr>
            <a:r>
              <a:rPr lang="de-DE" sz="1600" dirty="0"/>
              <a:t>Validierung des Movement-Systems (Spielmechanik)</a:t>
            </a:r>
          </a:p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Technisch:</a:t>
            </a:r>
            <a:r>
              <a:rPr lang="de-DE" sz="1600" dirty="0"/>
              <a:t> Code-Judge und Movement-System validiert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Didaktisch:</a:t>
            </a:r>
            <a:r>
              <a:rPr lang="de-DE" sz="1600" dirty="0"/>
              <a:t> Motivation und Engagement ↑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b="1" dirty="0"/>
              <a:t>Hypothese bestätigt</a:t>
            </a: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605214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" name="Google Shape;2764;p84"/>
          <p:cNvSpPr txBox="1">
            <a:spLocks noGrp="1"/>
          </p:cNvSpPr>
          <p:nvPr>
            <p:ph type="title"/>
          </p:nvPr>
        </p:nvSpPr>
        <p:spPr>
          <a:xfrm>
            <a:off x="3519788" y="24359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2766" name="Google Shape;2766;p84"/>
          <p:cNvSpPr txBox="1">
            <a:spLocks noGrp="1"/>
          </p:cNvSpPr>
          <p:nvPr>
            <p:ph type="title" idx="2"/>
          </p:nvPr>
        </p:nvSpPr>
        <p:spPr>
          <a:xfrm>
            <a:off x="2412638" y="693496"/>
            <a:ext cx="43077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200" dirty="0" err="1"/>
              <a:t>Fazit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699149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dirty="0"/>
              <a:t>9 Fazit</a:t>
            </a:r>
            <a:endParaRPr lang="de-DE" b="1"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B41379A5-45E5-AC8E-1C1D-F87A2C622A9B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Funktionsfähiger Prototyp realisiert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theoretische Fundierung + praktische Umsetzung + Evaluation kombiniert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Gamification = wirksame Methode zur Festigung von Programmierkenntnissen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1927919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78"/>
          <p:cNvSpPr txBox="1">
            <a:spLocks noGrp="1"/>
          </p:cNvSpPr>
          <p:nvPr>
            <p:ph type="title" idx="2"/>
          </p:nvPr>
        </p:nvSpPr>
        <p:spPr>
          <a:xfrm>
            <a:off x="2247042" y="3555575"/>
            <a:ext cx="4649915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 err="1"/>
              <a:t>Ausblick</a:t>
            </a:r>
            <a:endParaRPr dirty="0"/>
          </a:p>
        </p:txBody>
      </p:sp>
      <p:sp>
        <p:nvSpPr>
          <p:cNvPr id="2550" name="Google Shape;2550;p78"/>
          <p:cNvSpPr txBox="1">
            <a:spLocks noGrp="1"/>
          </p:cNvSpPr>
          <p:nvPr>
            <p:ph type="title"/>
          </p:nvPr>
        </p:nvSpPr>
        <p:spPr>
          <a:xfrm>
            <a:off x="3525300" y="1249825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15224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dirty="0"/>
              <a:t>10 Ausblick</a:t>
            </a:r>
            <a:endParaRPr lang="de-DE" b="1"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91C5EA25-9AA9-0569-5CC4-B2230FC396F6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Empirische Studie mit Studierenden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Weiterentwicklung des gesamten Spiels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Integration weiterer Sprachen (Java, C++)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Einsatz in Hochschullehre &amp; Curricula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58691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4" name="Google Shape;3234;p94"/>
          <p:cNvSpPr txBox="1">
            <a:spLocks noGrp="1"/>
          </p:cNvSpPr>
          <p:nvPr>
            <p:ph type="title"/>
          </p:nvPr>
        </p:nvSpPr>
        <p:spPr>
          <a:xfrm flipH="1">
            <a:off x="5864431" y="2740753"/>
            <a:ext cx="2093400" cy="145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sp>
        <p:nvSpPr>
          <p:cNvPr id="3236" name="Google Shape;3236;p94"/>
          <p:cNvSpPr txBox="1">
            <a:spLocks noGrp="1"/>
          </p:cNvSpPr>
          <p:nvPr>
            <p:ph type="title" idx="2"/>
          </p:nvPr>
        </p:nvSpPr>
        <p:spPr>
          <a:xfrm flipH="1">
            <a:off x="2673138" y="1813172"/>
            <a:ext cx="5115777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Diskussion</a:t>
            </a:r>
            <a:r>
              <a:rPr lang="en" dirty="0"/>
              <a:t> &amp; </a:t>
            </a:r>
            <a:r>
              <a:rPr lang="en" dirty="0" err="1"/>
              <a:t>Fragen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9007244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6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de-DE" dirty="0"/>
              <a:t>11 Diskussion &amp; Fragen</a:t>
            </a:r>
            <a:endParaRPr lang="de-DE" b="1" dirty="0"/>
          </a:p>
        </p:txBody>
      </p:sp>
      <p:sp>
        <p:nvSpPr>
          <p:cNvPr id="2" name="Google Shape;2382;p68">
            <a:extLst>
              <a:ext uri="{FF2B5EF4-FFF2-40B4-BE49-F238E27FC236}">
                <a16:creationId xmlns:a16="http://schemas.microsoft.com/office/drawing/2014/main" id="{C340FDA2-20D3-D213-3B22-711E120F8F10}"/>
              </a:ext>
            </a:extLst>
          </p:cNvPr>
          <p:cNvSpPr txBox="1">
            <a:spLocks/>
          </p:cNvSpPr>
          <p:nvPr/>
        </p:nvSpPr>
        <p:spPr>
          <a:xfrm>
            <a:off x="657724" y="1546587"/>
            <a:ext cx="7481260" cy="2901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 ExtraBold"/>
              <a:buNone/>
              <a:defRPr sz="3200" b="0" i="0" u="none" strike="noStrike" cap="none">
                <a:solidFill>
                  <a:schemeClr val="lt1"/>
                </a:solidFill>
                <a:latin typeface="Libre Franklin ExtraBold"/>
                <a:ea typeface="Libre Franklin ExtraBold"/>
                <a:cs typeface="Libre Franklin ExtraBold"/>
                <a:sym typeface="Libre Franklin ExtraBold"/>
              </a:defRPr>
            </a:lvl9pPr>
          </a:lstStyle>
          <a:p>
            <a:pPr>
              <a:buSzPct val="100000"/>
            </a:pPr>
            <a:endParaRPr lang="de-DE" sz="1600" dirty="0"/>
          </a:p>
          <a:p>
            <a:pPr>
              <a:buSzPct val="100000"/>
            </a:pPr>
            <a:r>
              <a:rPr lang="de-DE" sz="1600" dirty="0"/>
              <a:t>Offene Punkte: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Integration in Lehrpläne?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Erstellung eigener Quest durch Dozierende?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r>
              <a:rPr lang="de-DE" sz="1600" dirty="0"/>
              <a:t>Nachhaltigkeit des Motivationseffekts?</a:t>
            </a:r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 marL="342900" indent="-342900">
              <a:buSzPct val="100000"/>
              <a:buFont typeface="Wingdings" pitchFamily="2" charset="2"/>
              <a:buChar char="§"/>
            </a:pPr>
            <a:endParaRPr lang="de-DE" sz="1600" dirty="0"/>
          </a:p>
          <a:p>
            <a:pPr>
              <a:buSzPct val="100000"/>
            </a:pPr>
            <a:endParaRPr lang="de-DE" sz="1600" dirty="0"/>
          </a:p>
          <a:p>
            <a:pPr marL="285750" indent="-285750">
              <a:buSzPct val="100000"/>
              <a:buFont typeface="Wingdings" pitchFamily="2" charset="2"/>
              <a:buChar char="§"/>
            </a:pP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57929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67"/>
          <p:cNvSpPr txBox="1">
            <a:spLocks noGrp="1"/>
          </p:cNvSpPr>
          <p:nvPr>
            <p:ph type="title"/>
          </p:nvPr>
        </p:nvSpPr>
        <p:spPr>
          <a:xfrm>
            <a:off x="1885244" y="1824600"/>
            <a:ext cx="6310489" cy="149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u="sng" dirty="0" err="1"/>
              <a:t>Danke</a:t>
            </a:r>
            <a:r>
              <a:rPr lang="en" sz="4400" u="sng" dirty="0"/>
              <a:t> f</a:t>
            </a:r>
            <a:r>
              <a:rPr lang="de-DE" sz="4400" u="sng" dirty="0" err="1"/>
              <a:t>ü</a:t>
            </a:r>
            <a:r>
              <a:rPr lang="en" sz="4400" u="sng" dirty="0"/>
              <a:t>r </a:t>
            </a:r>
            <a:r>
              <a:rPr lang="en" sz="4400" u="sng" dirty="0" err="1"/>
              <a:t>ihre</a:t>
            </a:r>
            <a:r>
              <a:rPr lang="en" sz="4400" u="sng" dirty="0"/>
              <a:t> </a:t>
            </a:r>
            <a:r>
              <a:rPr lang="en" sz="4400" u="sng" dirty="0" err="1"/>
              <a:t>Aufmersamkeit</a:t>
            </a:r>
            <a:r>
              <a:rPr lang="en" sz="4400" u="sng" dirty="0"/>
              <a:t>!</a:t>
            </a:r>
            <a:endParaRPr sz="4400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rivia Night XL by Slidesgo">
  <a:themeElements>
    <a:clrScheme name="Simple Light">
      <a:dk1>
        <a:srgbClr val="1B1F42"/>
      </a:dk1>
      <a:lt1>
        <a:srgbClr val="F6F6F6"/>
      </a:lt1>
      <a:dk2>
        <a:srgbClr val="1B1F42"/>
      </a:dk2>
      <a:lt2>
        <a:srgbClr val="F6F6F6"/>
      </a:lt2>
      <a:accent1>
        <a:srgbClr val="4CAE43"/>
      </a:accent1>
      <a:accent2>
        <a:srgbClr val="883F98"/>
      </a:accent2>
      <a:accent3>
        <a:srgbClr val="0397D6"/>
      </a:accent3>
      <a:accent4>
        <a:srgbClr val="F89829"/>
      </a:accent4>
      <a:accent5>
        <a:srgbClr val="D80C8C"/>
      </a:accent5>
      <a:accent6>
        <a:srgbClr val="FFDE00"/>
      </a:accent6>
      <a:hlink>
        <a:srgbClr val="F6F6F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Microsoft Macintosh PowerPoint</Application>
  <PresentationFormat>Bildschirmpräsentation (16:9)</PresentationFormat>
  <Paragraphs>136</Paragraphs>
  <Slides>27</Slides>
  <Notes>27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6" baseType="lpstr">
      <vt:lpstr>Arial</vt:lpstr>
      <vt:lpstr>Darker Grotesque</vt:lpstr>
      <vt:lpstr>Libre Franklin ExtraBold</vt:lpstr>
      <vt:lpstr>Libre Franklin</vt:lpstr>
      <vt:lpstr>Libre Franklin Black</vt:lpstr>
      <vt:lpstr>Darker Grotesque Medium</vt:lpstr>
      <vt:lpstr>Wingdings</vt:lpstr>
      <vt:lpstr>Roboto Condensed Light</vt:lpstr>
      <vt:lpstr>Trivia Night XL by Slidesgo</vt:lpstr>
      <vt:lpstr>Gamification in der Programmierausbildung – Ein Lernspiel zur Festigung vorhandener Kenntnisse</vt:lpstr>
      <vt:lpstr>Aufbau der Präsentation</vt:lpstr>
      <vt:lpstr>Aufbau der Präsentation</vt:lpstr>
      <vt:lpstr>Aufbau der Präsentation</vt:lpstr>
      <vt:lpstr>01</vt:lpstr>
      <vt:lpstr>Programmieren = komplex, hohe Abbruchquoten</vt:lpstr>
      <vt:lpstr>Forschungsfrage &amp; Hypothese</vt:lpstr>
      <vt:lpstr>Forschungsfrage</vt:lpstr>
      <vt:lpstr>03</vt:lpstr>
      <vt:lpstr>3 Theoretische Grundlagen</vt:lpstr>
      <vt:lpstr>04</vt:lpstr>
      <vt:lpstr>4 Stand der Technik</vt:lpstr>
      <vt:lpstr>05</vt:lpstr>
      <vt:lpstr>5 Konzeption des Lernspiels</vt:lpstr>
      <vt:lpstr>Technische Umsetzung</vt:lpstr>
      <vt:lpstr>6 Technische Umsetzung</vt:lpstr>
      <vt:lpstr>07</vt:lpstr>
      <vt:lpstr>7 Gamification-Mechaniken</vt:lpstr>
      <vt:lpstr>08</vt:lpstr>
      <vt:lpstr>8 Evaluation &amp; Validierung</vt:lpstr>
      <vt:lpstr>09</vt:lpstr>
      <vt:lpstr>9 Fazit</vt:lpstr>
      <vt:lpstr>Ausblick</vt:lpstr>
      <vt:lpstr>10 Ausblick</vt:lpstr>
      <vt:lpstr>11</vt:lpstr>
      <vt:lpstr>11 Diskussion &amp; Fragen</vt:lpstr>
      <vt:lpstr>Danke für ihre Aufmersamkeit!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Gamification in der Programmierausbildung – Ein Lernspiel zur Festigung vorhandener Kenntnisse</dc:title>
  <cp:lastModifiedBy>Max Fritsche</cp:lastModifiedBy>
  <cp:revision>15</cp:revision>
  <dcterms:modified xsi:type="dcterms:W3CDTF">2026-05-04T12:29:26Z</dcterms:modified>
</cp:coreProperties>
</file>